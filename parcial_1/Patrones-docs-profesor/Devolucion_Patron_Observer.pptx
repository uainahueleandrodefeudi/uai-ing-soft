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6E176C-2B19-4F0B-820F-C7F1071505F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6E677B-14C8-4F9A-B512-4AC3ED5AFB98}">
      <dgm:prSet/>
      <dgm:spPr/>
      <dgm:t>
        <a:bodyPr/>
        <a:lstStyle/>
        <a:p>
          <a:r>
            <a:rPr lang="en-US"/>
            <a:t>1. Inversión de roles: No identificaron quién era el Subject y quién el Observer.</a:t>
          </a:r>
        </a:p>
      </dgm:t>
    </dgm:pt>
    <dgm:pt modelId="{496D4CC2-A167-4A9D-90AF-29DBA0FAE3B1}" type="parTrans" cxnId="{E2C0C807-0A1D-4EB5-B88C-ABD6D540DDA5}">
      <dgm:prSet/>
      <dgm:spPr/>
      <dgm:t>
        <a:bodyPr/>
        <a:lstStyle/>
        <a:p>
          <a:endParaRPr lang="en-US"/>
        </a:p>
      </dgm:t>
    </dgm:pt>
    <dgm:pt modelId="{3ABA2125-EBB0-407A-83B3-E981AD194118}" type="sibTrans" cxnId="{E2C0C807-0A1D-4EB5-B88C-ABD6D540DDA5}">
      <dgm:prSet/>
      <dgm:spPr/>
      <dgm:t>
        <a:bodyPr/>
        <a:lstStyle/>
        <a:p>
          <a:endParaRPr lang="en-US"/>
        </a:p>
      </dgm:t>
    </dgm:pt>
    <dgm:pt modelId="{7790AF7F-AB96-4289-AF83-8D76A5380ECF}">
      <dgm:prSet/>
      <dgm:spPr/>
      <dgm:t>
        <a:bodyPr/>
        <a:lstStyle/>
        <a:p>
          <a:r>
            <a:rPr lang="en-US"/>
            <a:t>2. Ubicación de la lista: Colocaron colecciones dentro de las áreas o crearon mediadores innecesarios.</a:t>
          </a:r>
        </a:p>
      </dgm:t>
    </dgm:pt>
    <dgm:pt modelId="{9242009D-C0AD-4E50-A3ED-6B83983EA49E}" type="parTrans" cxnId="{24A1778A-009D-40D5-AA1C-1208E8890487}">
      <dgm:prSet/>
      <dgm:spPr/>
      <dgm:t>
        <a:bodyPr/>
        <a:lstStyle/>
        <a:p>
          <a:endParaRPr lang="en-US"/>
        </a:p>
      </dgm:t>
    </dgm:pt>
    <dgm:pt modelId="{675B7B1F-48E7-45FE-91BB-E8E13C01AC47}" type="sibTrans" cxnId="{24A1778A-009D-40D5-AA1C-1208E8890487}">
      <dgm:prSet/>
      <dgm:spPr/>
      <dgm:t>
        <a:bodyPr/>
        <a:lstStyle/>
        <a:p>
          <a:endParaRPr lang="en-US"/>
        </a:p>
      </dgm:t>
    </dgm:pt>
    <dgm:pt modelId="{67CB3371-474C-48EA-AB75-AA29C7AEFF93}">
      <dgm:prSet/>
      <dgm:spPr/>
      <dgm:t>
        <a:bodyPr/>
        <a:lstStyle/>
        <a:p>
          <a:r>
            <a:rPr lang="en-US"/>
            <a:t>3. El misterio de la notificación: Dudaron sobre quién recorre la lista y cuándo se dispara el aviso.</a:t>
          </a:r>
        </a:p>
      </dgm:t>
    </dgm:pt>
    <dgm:pt modelId="{374DC116-F22D-45F6-B411-0035A2FC82DC}" type="parTrans" cxnId="{06875C98-A5DD-45B5-9075-116834CDBD65}">
      <dgm:prSet/>
      <dgm:spPr/>
      <dgm:t>
        <a:bodyPr/>
        <a:lstStyle/>
        <a:p>
          <a:endParaRPr lang="en-US"/>
        </a:p>
      </dgm:t>
    </dgm:pt>
    <dgm:pt modelId="{6C31FBCE-40FC-4EAD-9154-6928799FAF4E}" type="sibTrans" cxnId="{06875C98-A5DD-45B5-9075-116834CDBD65}">
      <dgm:prSet/>
      <dgm:spPr/>
      <dgm:t>
        <a:bodyPr/>
        <a:lstStyle/>
        <a:p>
          <a:endParaRPr lang="en-US"/>
        </a:p>
      </dgm:t>
    </dgm:pt>
    <dgm:pt modelId="{CF162A19-DEDC-4E44-90E1-EB243102C2BF}">
      <dgm:prSet/>
      <dgm:spPr/>
      <dgm:t>
        <a:bodyPr/>
        <a:lstStyle/>
        <a:p>
          <a:r>
            <a:rPr lang="en-US"/>
            <a:t>4. La trampa del filtro: El Incidente intentó evaluar a quién avisar, rompiendo el desacoplamiento.</a:t>
          </a:r>
        </a:p>
      </dgm:t>
    </dgm:pt>
    <dgm:pt modelId="{F465FB45-F547-4BB0-B0C2-7B1D6713101A}" type="parTrans" cxnId="{8E32BF3A-788E-4E90-90AB-7B52A634FAAA}">
      <dgm:prSet/>
      <dgm:spPr/>
      <dgm:t>
        <a:bodyPr/>
        <a:lstStyle/>
        <a:p>
          <a:endParaRPr lang="en-US"/>
        </a:p>
      </dgm:t>
    </dgm:pt>
    <dgm:pt modelId="{8381F632-C5D8-40E6-8BFB-D90BD6147E79}" type="sibTrans" cxnId="{8E32BF3A-788E-4E90-90AB-7B52A634FAAA}">
      <dgm:prSet/>
      <dgm:spPr/>
      <dgm:t>
        <a:bodyPr/>
        <a:lstStyle/>
        <a:p>
          <a:endParaRPr lang="en-US"/>
        </a:p>
      </dgm:t>
    </dgm:pt>
    <dgm:pt modelId="{1405D044-D0CE-401F-81A6-0AD65F3FDF4A}" type="pres">
      <dgm:prSet presAssocID="{6B6E176C-2B19-4F0B-820F-C7F1071505F3}" presName="outerComposite" presStyleCnt="0">
        <dgm:presLayoutVars>
          <dgm:chMax val="5"/>
          <dgm:dir/>
          <dgm:resizeHandles val="exact"/>
        </dgm:presLayoutVars>
      </dgm:prSet>
      <dgm:spPr/>
    </dgm:pt>
    <dgm:pt modelId="{ACFBE8C9-4D81-4CAA-B55A-956E3911329C}" type="pres">
      <dgm:prSet presAssocID="{6B6E176C-2B19-4F0B-820F-C7F1071505F3}" presName="dummyMaxCanvas" presStyleCnt="0">
        <dgm:presLayoutVars/>
      </dgm:prSet>
      <dgm:spPr/>
    </dgm:pt>
    <dgm:pt modelId="{D205ECFB-501D-4B62-9D73-D9DB7097EAA4}" type="pres">
      <dgm:prSet presAssocID="{6B6E176C-2B19-4F0B-820F-C7F1071505F3}" presName="FourNodes_1" presStyleLbl="node1" presStyleIdx="0" presStyleCnt="4">
        <dgm:presLayoutVars>
          <dgm:bulletEnabled val="1"/>
        </dgm:presLayoutVars>
      </dgm:prSet>
      <dgm:spPr/>
    </dgm:pt>
    <dgm:pt modelId="{225B73F9-C509-4A99-9A00-E9BE635DAD08}" type="pres">
      <dgm:prSet presAssocID="{6B6E176C-2B19-4F0B-820F-C7F1071505F3}" presName="FourNodes_2" presStyleLbl="node1" presStyleIdx="1" presStyleCnt="4">
        <dgm:presLayoutVars>
          <dgm:bulletEnabled val="1"/>
        </dgm:presLayoutVars>
      </dgm:prSet>
      <dgm:spPr/>
    </dgm:pt>
    <dgm:pt modelId="{6027682F-B159-492E-AD18-A915FE5FA6B9}" type="pres">
      <dgm:prSet presAssocID="{6B6E176C-2B19-4F0B-820F-C7F1071505F3}" presName="FourNodes_3" presStyleLbl="node1" presStyleIdx="2" presStyleCnt="4">
        <dgm:presLayoutVars>
          <dgm:bulletEnabled val="1"/>
        </dgm:presLayoutVars>
      </dgm:prSet>
      <dgm:spPr/>
    </dgm:pt>
    <dgm:pt modelId="{A2DEBDBF-A1FD-4CE8-8DB9-C6DC18DC0742}" type="pres">
      <dgm:prSet presAssocID="{6B6E176C-2B19-4F0B-820F-C7F1071505F3}" presName="FourNodes_4" presStyleLbl="node1" presStyleIdx="3" presStyleCnt="4">
        <dgm:presLayoutVars>
          <dgm:bulletEnabled val="1"/>
        </dgm:presLayoutVars>
      </dgm:prSet>
      <dgm:spPr/>
    </dgm:pt>
    <dgm:pt modelId="{0DB075B9-0A75-4F82-94D0-5F9651A9A5C4}" type="pres">
      <dgm:prSet presAssocID="{6B6E176C-2B19-4F0B-820F-C7F1071505F3}" presName="FourConn_1-2" presStyleLbl="fgAccFollowNode1" presStyleIdx="0" presStyleCnt="3">
        <dgm:presLayoutVars>
          <dgm:bulletEnabled val="1"/>
        </dgm:presLayoutVars>
      </dgm:prSet>
      <dgm:spPr/>
    </dgm:pt>
    <dgm:pt modelId="{FD52530A-4A06-45BA-9712-7369AAB8CF9F}" type="pres">
      <dgm:prSet presAssocID="{6B6E176C-2B19-4F0B-820F-C7F1071505F3}" presName="FourConn_2-3" presStyleLbl="fgAccFollowNode1" presStyleIdx="1" presStyleCnt="3">
        <dgm:presLayoutVars>
          <dgm:bulletEnabled val="1"/>
        </dgm:presLayoutVars>
      </dgm:prSet>
      <dgm:spPr/>
    </dgm:pt>
    <dgm:pt modelId="{7DDA4327-2A2D-48A3-BB24-E481C0A23357}" type="pres">
      <dgm:prSet presAssocID="{6B6E176C-2B19-4F0B-820F-C7F1071505F3}" presName="FourConn_3-4" presStyleLbl="fgAccFollowNode1" presStyleIdx="2" presStyleCnt="3">
        <dgm:presLayoutVars>
          <dgm:bulletEnabled val="1"/>
        </dgm:presLayoutVars>
      </dgm:prSet>
      <dgm:spPr/>
    </dgm:pt>
    <dgm:pt modelId="{BD513714-938C-439B-A3CF-14B606E12174}" type="pres">
      <dgm:prSet presAssocID="{6B6E176C-2B19-4F0B-820F-C7F1071505F3}" presName="FourNodes_1_text" presStyleLbl="node1" presStyleIdx="3" presStyleCnt="4">
        <dgm:presLayoutVars>
          <dgm:bulletEnabled val="1"/>
        </dgm:presLayoutVars>
      </dgm:prSet>
      <dgm:spPr/>
    </dgm:pt>
    <dgm:pt modelId="{17C18089-E4BB-4C28-84AF-5D5EA5469744}" type="pres">
      <dgm:prSet presAssocID="{6B6E176C-2B19-4F0B-820F-C7F1071505F3}" presName="FourNodes_2_text" presStyleLbl="node1" presStyleIdx="3" presStyleCnt="4">
        <dgm:presLayoutVars>
          <dgm:bulletEnabled val="1"/>
        </dgm:presLayoutVars>
      </dgm:prSet>
      <dgm:spPr/>
    </dgm:pt>
    <dgm:pt modelId="{29F93AF3-4FD3-4BAD-B7C9-29C3A99D1F97}" type="pres">
      <dgm:prSet presAssocID="{6B6E176C-2B19-4F0B-820F-C7F1071505F3}" presName="FourNodes_3_text" presStyleLbl="node1" presStyleIdx="3" presStyleCnt="4">
        <dgm:presLayoutVars>
          <dgm:bulletEnabled val="1"/>
        </dgm:presLayoutVars>
      </dgm:prSet>
      <dgm:spPr/>
    </dgm:pt>
    <dgm:pt modelId="{C11DFCF9-2E07-489C-99E9-64CA5610FBB5}" type="pres">
      <dgm:prSet presAssocID="{6B6E176C-2B19-4F0B-820F-C7F1071505F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9C70007-A9EE-4CDC-B980-F5DF38AF496D}" type="presOf" srcId="{7790AF7F-AB96-4289-AF83-8D76A5380ECF}" destId="{17C18089-E4BB-4C28-84AF-5D5EA5469744}" srcOrd="1" destOrd="0" presId="urn:microsoft.com/office/officeart/2005/8/layout/vProcess5"/>
    <dgm:cxn modelId="{E2C0C807-0A1D-4EB5-B88C-ABD6D540DDA5}" srcId="{6B6E176C-2B19-4F0B-820F-C7F1071505F3}" destId="{336E677B-14C8-4F9A-B512-4AC3ED5AFB98}" srcOrd="0" destOrd="0" parTransId="{496D4CC2-A167-4A9D-90AF-29DBA0FAE3B1}" sibTransId="{3ABA2125-EBB0-407A-83B3-E981AD194118}"/>
    <dgm:cxn modelId="{3F6D5B0F-EE2E-4F76-8B05-45DE0C03B4BC}" type="presOf" srcId="{67CB3371-474C-48EA-AB75-AA29C7AEFF93}" destId="{29F93AF3-4FD3-4BAD-B7C9-29C3A99D1F97}" srcOrd="1" destOrd="0" presId="urn:microsoft.com/office/officeart/2005/8/layout/vProcess5"/>
    <dgm:cxn modelId="{ABCDCC16-5858-4624-AB07-936B02D34C8D}" type="presOf" srcId="{67CB3371-474C-48EA-AB75-AA29C7AEFF93}" destId="{6027682F-B159-492E-AD18-A915FE5FA6B9}" srcOrd="0" destOrd="0" presId="urn:microsoft.com/office/officeart/2005/8/layout/vProcess5"/>
    <dgm:cxn modelId="{7C84C22B-0C50-4029-8E16-E2A964200261}" type="presOf" srcId="{6C31FBCE-40FC-4EAD-9154-6928799FAF4E}" destId="{7DDA4327-2A2D-48A3-BB24-E481C0A23357}" srcOrd="0" destOrd="0" presId="urn:microsoft.com/office/officeart/2005/8/layout/vProcess5"/>
    <dgm:cxn modelId="{51F23738-8F17-4B0F-8FCF-D511C0FAC77A}" type="presOf" srcId="{6B6E176C-2B19-4F0B-820F-C7F1071505F3}" destId="{1405D044-D0CE-401F-81A6-0AD65F3FDF4A}" srcOrd="0" destOrd="0" presId="urn:microsoft.com/office/officeart/2005/8/layout/vProcess5"/>
    <dgm:cxn modelId="{8E32BF3A-788E-4E90-90AB-7B52A634FAAA}" srcId="{6B6E176C-2B19-4F0B-820F-C7F1071505F3}" destId="{CF162A19-DEDC-4E44-90E1-EB243102C2BF}" srcOrd="3" destOrd="0" parTransId="{F465FB45-F547-4BB0-B0C2-7B1D6713101A}" sibTransId="{8381F632-C5D8-40E6-8BFB-D90BD6147E79}"/>
    <dgm:cxn modelId="{CFE8E53D-03C6-4D3F-BB54-E81B42685AA7}" type="presOf" srcId="{336E677B-14C8-4F9A-B512-4AC3ED5AFB98}" destId="{BD513714-938C-439B-A3CF-14B606E12174}" srcOrd="1" destOrd="0" presId="urn:microsoft.com/office/officeart/2005/8/layout/vProcess5"/>
    <dgm:cxn modelId="{1FBDDB41-B3B4-4941-836B-F6055381C2DE}" type="presOf" srcId="{3ABA2125-EBB0-407A-83B3-E981AD194118}" destId="{0DB075B9-0A75-4F82-94D0-5F9651A9A5C4}" srcOrd="0" destOrd="0" presId="urn:microsoft.com/office/officeart/2005/8/layout/vProcess5"/>
    <dgm:cxn modelId="{89409468-BF72-4464-82AB-D80A4593222C}" type="presOf" srcId="{CF162A19-DEDC-4E44-90E1-EB243102C2BF}" destId="{A2DEBDBF-A1FD-4CE8-8DB9-C6DC18DC0742}" srcOrd="0" destOrd="0" presId="urn:microsoft.com/office/officeart/2005/8/layout/vProcess5"/>
    <dgm:cxn modelId="{24A1778A-009D-40D5-AA1C-1208E8890487}" srcId="{6B6E176C-2B19-4F0B-820F-C7F1071505F3}" destId="{7790AF7F-AB96-4289-AF83-8D76A5380ECF}" srcOrd="1" destOrd="0" parTransId="{9242009D-C0AD-4E50-A3ED-6B83983EA49E}" sibTransId="{675B7B1F-48E7-45FE-91BB-E8E13C01AC47}"/>
    <dgm:cxn modelId="{06875C98-A5DD-45B5-9075-116834CDBD65}" srcId="{6B6E176C-2B19-4F0B-820F-C7F1071505F3}" destId="{67CB3371-474C-48EA-AB75-AA29C7AEFF93}" srcOrd="2" destOrd="0" parTransId="{374DC116-F22D-45F6-B411-0035A2FC82DC}" sibTransId="{6C31FBCE-40FC-4EAD-9154-6928799FAF4E}"/>
    <dgm:cxn modelId="{916AA8C5-C76B-48FB-99F9-634B252A7D5C}" type="presOf" srcId="{7790AF7F-AB96-4289-AF83-8D76A5380ECF}" destId="{225B73F9-C509-4A99-9A00-E9BE635DAD08}" srcOrd="0" destOrd="0" presId="urn:microsoft.com/office/officeart/2005/8/layout/vProcess5"/>
    <dgm:cxn modelId="{E97B0EDA-C079-4DBC-B9F8-73A035871D6C}" type="presOf" srcId="{336E677B-14C8-4F9A-B512-4AC3ED5AFB98}" destId="{D205ECFB-501D-4B62-9D73-D9DB7097EAA4}" srcOrd="0" destOrd="0" presId="urn:microsoft.com/office/officeart/2005/8/layout/vProcess5"/>
    <dgm:cxn modelId="{ED83F7E2-A3E1-4239-BA4C-3F4E6FCBAFD5}" type="presOf" srcId="{675B7B1F-48E7-45FE-91BB-E8E13C01AC47}" destId="{FD52530A-4A06-45BA-9712-7369AAB8CF9F}" srcOrd="0" destOrd="0" presId="urn:microsoft.com/office/officeart/2005/8/layout/vProcess5"/>
    <dgm:cxn modelId="{DF5D0CE3-BFD9-4980-A5F7-E71780788B81}" type="presOf" srcId="{CF162A19-DEDC-4E44-90E1-EB243102C2BF}" destId="{C11DFCF9-2E07-489C-99E9-64CA5610FBB5}" srcOrd="1" destOrd="0" presId="urn:microsoft.com/office/officeart/2005/8/layout/vProcess5"/>
    <dgm:cxn modelId="{EB6A045A-E6D3-4B7F-ABB3-09A6C9D91C69}" type="presParOf" srcId="{1405D044-D0CE-401F-81A6-0AD65F3FDF4A}" destId="{ACFBE8C9-4D81-4CAA-B55A-956E3911329C}" srcOrd="0" destOrd="0" presId="urn:microsoft.com/office/officeart/2005/8/layout/vProcess5"/>
    <dgm:cxn modelId="{2A493B44-6277-4109-B76E-7E6B292A0BCB}" type="presParOf" srcId="{1405D044-D0CE-401F-81A6-0AD65F3FDF4A}" destId="{D205ECFB-501D-4B62-9D73-D9DB7097EAA4}" srcOrd="1" destOrd="0" presId="urn:microsoft.com/office/officeart/2005/8/layout/vProcess5"/>
    <dgm:cxn modelId="{F25D7CBB-1977-4247-8F4F-C4E83954E1BD}" type="presParOf" srcId="{1405D044-D0CE-401F-81A6-0AD65F3FDF4A}" destId="{225B73F9-C509-4A99-9A00-E9BE635DAD08}" srcOrd="2" destOrd="0" presId="urn:microsoft.com/office/officeart/2005/8/layout/vProcess5"/>
    <dgm:cxn modelId="{C18C41C5-202E-4676-989E-06DC8BFA9381}" type="presParOf" srcId="{1405D044-D0CE-401F-81A6-0AD65F3FDF4A}" destId="{6027682F-B159-492E-AD18-A915FE5FA6B9}" srcOrd="3" destOrd="0" presId="urn:microsoft.com/office/officeart/2005/8/layout/vProcess5"/>
    <dgm:cxn modelId="{3D536B6D-292C-407E-BC66-195FB230171C}" type="presParOf" srcId="{1405D044-D0CE-401F-81A6-0AD65F3FDF4A}" destId="{A2DEBDBF-A1FD-4CE8-8DB9-C6DC18DC0742}" srcOrd="4" destOrd="0" presId="urn:microsoft.com/office/officeart/2005/8/layout/vProcess5"/>
    <dgm:cxn modelId="{C5193BBB-CAC1-465A-9BDC-A3174A59FFAE}" type="presParOf" srcId="{1405D044-D0CE-401F-81A6-0AD65F3FDF4A}" destId="{0DB075B9-0A75-4F82-94D0-5F9651A9A5C4}" srcOrd="5" destOrd="0" presId="urn:microsoft.com/office/officeart/2005/8/layout/vProcess5"/>
    <dgm:cxn modelId="{0161971A-F90D-4A4B-AAA5-A19D019B7355}" type="presParOf" srcId="{1405D044-D0CE-401F-81A6-0AD65F3FDF4A}" destId="{FD52530A-4A06-45BA-9712-7369AAB8CF9F}" srcOrd="6" destOrd="0" presId="urn:microsoft.com/office/officeart/2005/8/layout/vProcess5"/>
    <dgm:cxn modelId="{9579C62F-E6B9-44E0-8BF2-B0D0E6448559}" type="presParOf" srcId="{1405D044-D0CE-401F-81A6-0AD65F3FDF4A}" destId="{7DDA4327-2A2D-48A3-BB24-E481C0A23357}" srcOrd="7" destOrd="0" presId="urn:microsoft.com/office/officeart/2005/8/layout/vProcess5"/>
    <dgm:cxn modelId="{B0941EAA-3CDE-45DA-B557-10D140AD2FA3}" type="presParOf" srcId="{1405D044-D0CE-401F-81A6-0AD65F3FDF4A}" destId="{BD513714-938C-439B-A3CF-14B606E12174}" srcOrd="8" destOrd="0" presId="urn:microsoft.com/office/officeart/2005/8/layout/vProcess5"/>
    <dgm:cxn modelId="{28D890D4-351F-48B3-99CB-B2F0EA6780CB}" type="presParOf" srcId="{1405D044-D0CE-401F-81A6-0AD65F3FDF4A}" destId="{17C18089-E4BB-4C28-84AF-5D5EA5469744}" srcOrd="9" destOrd="0" presId="urn:microsoft.com/office/officeart/2005/8/layout/vProcess5"/>
    <dgm:cxn modelId="{F51A89FA-3D00-498A-B594-6100682B1149}" type="presParOf" srcId="{1405D044-D0CE-401F-81A6-0AD65F3FDF4A}" destId="{29F93AF3-4FD3-4BAD-B7C9-29C3A99D1F97}" srcOrd="10" destOrd="0" presId="urn:microsoft.com/office/officeart/2005/8/layout/vProcess5"/>
    <dgm:cxn modelId="{912F9BF9-7AAB-4A35-9F44-9EC19ECCD115}" type="presParOf" srcId="{1405D044-D0CE-401F-81A6-0AD65F3FDF4A}" destId="{C11DFCF9-2E07-489C-99E9-64CA5610FBB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395CB6-F261-4660-B323-5E82413A03FA}" type="doc">
      <dgm:prSet loTypeId="urn:microsoft.com/office/officeart/2005/8/layout/process4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F50C4BF-2AA5-47C2-BE0A-5510F967FCAE}">
      <dgm:prSet/>
      <dgm:spPr/>
      <dgm:t>
        <a:bodyPr/>
        <a:lstStyle/>
        <a:p>
          <a:r>
            <a:rPr lang="en-US"/>
            <a:t>Definición formal: Define una dependencia uno-a-muchos entre objetos, de forma que cuando uno de ellos cambia de estado, todos sus dependientes son notificados automáticamente.</a:t>
          </a:r>
        </a:p>
      </dgm:t>
    </dgm:pt>
    <dgm:pt modelId="{10CFE6E2-5570-4856-847C-70423BAFA339}" type="parTrans" cxnId="{4E306485-85C3-48CB-89ED-E1BD835B0F9F}">
      <dgm:prSet/>
      <dgm:spPr/>
      <dgm:t>
        <a:bodyPr/>
        <a:lstStyle/>
        <a:p>
          <a:endParaRPr lang="en-US"/>
        </a:p>
      </dgm:t>
    </dgm:pt>
    <dgm:pt modelId="{45218C7F-7EBA-4A1E-89EE-751DDFC4F06D}" type="sibTrans" cxnId="{4E306485-85C3-48CB-89ED-E1BD835B0F9F}">
      <dgm:prSet/>
      <dgm:spPr/>
      <dgm:t>
        <a:bodyPr/>
        <a:lstStyle/>
        <a:p>
          <a:endParaRPr lang="en-US"/>
        </a:p>
      </dgm:t>
    </dgm:pt>
    <dgm:pt modelId="{6889A396-CA3E-4240-B6F7-79A10E153B12}">
      <dgm:prSet/>
      <dgm:spPr/>
      <dgm:t>
        <a:bodyPr/>
        <a:lstStyle/>
        <a:p>
          <a:r>
            <a:rPr lang="en-US"/>
            <a:t>Principio clave: Desacoplamiento débil (Loose Coupling).</a:t>
          </a:r>
        </a:p>
      </dgm:t>
    </dgm:pt>
    <dgm:pt modelId="{E80B772E-6CA8-4E1F-9647-ACD6E12FAB18}" type="parTrans" cxnId="{9FA47B64-86F3-4E0B-BBA7-31562BCEDC05}">
      <dgm:prSet/>
      <dgm:spPr/>
      <dgm:t>
        <a:bodyPr/>
        <a:lstStyle/>
        <a:p>
          <a:endParaRPr lang="en-US"/>
        </a:p>
      </dgm:t>
    </dgm:pt>
    <dgm:pt modelId="{C9BF51CE-8D62-4DB2-9B3B-18A76E9544F6}" type="sibTrans" cxnId="{9FA47B64-86F3-4E0B-BBA7-31562BCEDC05}">
      <dgm:prSet/>
      <dgm:spPr/>
      <dgm:t>
        <a:bodyPr/>
        <a:lstStyle/>
        <a:p>
          <a:endParaRPr lang="en-US"/>
        </a:p>
      </dgm:t>
    </dgm:pt>
    <dgm:pt modelId="{E34127ED-7BD9-4E02-BA16-B10D616EE355}">
      <dgm:prSet/>
      <dgm:spPr/>
      <dgm:t>
        <a:bodyPr/>
        <a:lstStyle/>
        <a:p>
          <a:r>
            <a:rPr lang="en-US"/>
            <a:t>El Subject sólo conoce la abstracción IObserver; desconoce cuántos observadores hay y qué hacen en concreto.</a:t>
          </a:r>
        </a:p>
      </dgm:t>
    </dgm:pt>
    <dgm:pt modelId="{95BC72DD-4C06-4C2E-B641-16B0D004CBA7}" type="parTrans" cxnId="{19412855-5D21-4774-B7C1-7175B9CE457E}">
      <dgm:prSet/>
      <dgm:spPr/>
      <dgm:t>
        <a:bodyPr/>
        <a:lstStyle/>
        <a:p>
          <a:endParaRPr lang="en-US"/>
        </a:p>
      </dgm:t>
    </dgm:pt>
    <dgm:pt modelId="{6E732211-1C7C-4D45-8124-99DA6213A099}" type="sibTrans" cxnId="{19412855-5D21-4774-B7C1-7175B9CE457E}">
      <dgm:prSet/>
      <dgm:spPr/>
      <dgm:t>
        <a:bodyPr/>
        <a:lstStyle/>
        <a:p>
          <a:endParaRPr lang="en-US"/>
        </a:p>
      </dgm:t>
    </dgm:pt>
    <dgm:pt modelId="{DE09B229-B550-453F-B79D-F845A217A776}" type="pres">
      <dgm:prSet presAssocID="{D6395CB6-F261-4660-B323-5E82413A03FA}" presName="Name0" presStyleCnt="0">
        <dgm:presLayoutVars>
          <dgm:dir/>
          <dgm:animLvl val="lvl"/>
          <dgm:resizeHandles val="exact"/>
        </dgm:presLayoutVars>
      </dgm:prSet>
      <dgm:spPr/>
    </dgm:pt>
    <dgm:pt modelId="{10EAF6C8-EAA7-4F6B-AF73-B690614D82A6}" type="pres">
      <dgm:prSet presAssocID="{E34127ED-7BD9-4E02-BA16-B10D616EE355}" presName="boxAndChildren" presStyleCnt="0"/>
      <dgm:spPr/>
    </dgm:pt>
    <dgm:pt modelId="{D204E2B4-8E2D-4D3F-B59D-774289BFBFB7}" type="pres">
      <dgm:prSet presAssocID="{E34127ED-7BD9-4E02-BA16-B10D616EE355}" presName="parentTextBox" presStyleLbl="node1" presStyleIdx="0" presStyleCnt="3"/>
      <dgm:spPr/>
    </dgm:pt>
    <dgm:pt modelId="{69E5DDE4-37BC-44A1-A938-27715244B0C3}" type="pres">
      <dgm:prSet presAssocID="{C9BF51CE-8D62-4DB2-9B3B-18A76E9544F6}" presName="sp" presStyleCnt="0"/>
      <dgm:spPr/>
    </dgm:pt>
    <dgm:pt modelId="{1207C712-9CE5-4F14-9BF7-0A050B98ECD2}" type="pres">
      <dgm:prSet presAssocID="{6889A396-CA3E-4240-B6F7-79A10E153B12}" presName="arrowAndChildren" presStyleCnt="0"/>
      <dgm:spPr/>
    </dgm:pt>
    <dgm:pt modelId="{559190AA-3EF9-40E0-A854-31E62C1FB571}" type="pres">
      <dgm:prSet presAssocID="{6889A396-CA3E-4240-B6F7-79A10E153B12}" presName="parentTextArrow" presStyleLbl="node1" presStyleIdx="1" presStyleCnt="3"/>
      <dgm:spPr/>
    </dgm:pt>
    <dgm:pt modelId="{644EA9AD-FF37-42EE-9E63-19DDDC9A784E}" type="pres">
      <dgm:prSet presAssocID="{45218C7F-7EBA-4A1E-89EE-751DDFC4F06D}" presName="sp" presStyleCnt="0"/>
      <dgm:spPr/>
    </dgm:pt>
    <dgm:pt modelId="{4B27438C-C05F-4626-9ED2-0C1F8324A0F5}" type="pres">
      <dgm:prSet presAssocID="{4F50C4BF-2AA5-47C2-BE0A-5510F967FCAE}" presName="arrowAndChildren" presStyleCnt="0"/>
      <dgm:spPr/>
    </dgm:pt>
    <dgm:pt modelId="{0B4E9A1E-7021-4137-85BF-98C4C3C0BA18}" type="pres">
      <dgm:prSet presAssocID="{4F50C4BF-2AA5-47C2-BE0A-5510F967FCAE}" presName="parentTextArrow" presStyleLbl="node1" presStyleIdx="2" presStyleCnt="3"/>
      <dgm:spPr/>
    </dgm:pt>
  </dgm:ptLst>
  <dgm:cxnLst>
    <dgm:cxn modelId="{8798770B-67E4-48FC-9989-8CFC3CB5365D}" type="presOf" srcId="{6889A396-CA3E-4240-B6F7-79A10E153B12}" destId="{559190AA-3EF9-40E0-A854-31E62C1FB571}" srcOrd="0" destOrd="0" presId="urn:microsoft.com/office/officeart/2005/8/layout/process4"/>
    <dgm:cxn modelId="{9FA47B64-86F3-4E0B-BBA7-31562BCEDC05}" srcId="{D6395CB6-F261-4660-B323-5E82413A03FA}" destId="{6889A396-CA3E-4240-B6F7-79A10E153B12}" srcOrd="1" destOrd="0" parTransId="{E80B772E-6CA8-4E1F-9647-ACD6E12FAB18}" sibTransId="{C9BF51CE-8D62-4DB2-9B3B-18A76E9544F6}"/>
    <dgm:cxn modelId="{19412855-5D21-4774-B7C1-7175B9CE457E}" srcId="{D6395CB6-F261-4660-B323-5E82413A03FA}" destId="{E34127ED-7BD9-4E02-BA16-B10D616EE355}" srcOrd="2" destOrd="0" parTransId="{95BC72DD-4C06-4C2E-B641-16B0D004CBA7}" sibTransId="{6E732211-1C7C-4D45-8124-99DA6213A099}"/>
    <dgm:cxn modelId="{B1A73878-9C6C-4789-B4CC-C2511234A118}" type="presOf" srcId="{E34127ED-7BD9-4E02-BA16-B10D616EE355}" destId="{D204E2B4-8E2D-4D3F-B59D-774289BFBFB7}" srcOrd="0" destOrd="0" presId="urn:microsoft.com/office/officeart/2005/8/layout/process4"/>
    <dgm:cxn modelId="{4E306485-85C3-48CB-89ED-E1BD835B0F9F}" srcId="{D6395CB6-F261-4660-B323-5E82413A03FA}" destId="{4F50C4BF-2AA5-47C2-BE0A-5510F967FCAE}" srcOrd="0" destOrd="0" parTransId="{10CFE6E2-5570-4856-847C-70423BAFA339}" sibTransId="{45218C7F-7EBA-4A1E-89EE-751DDFC4F06D}"/>
    <dgm:cxn modelId="{0BF72E9F-2A31-4E07-871A-D6890E1C3DA0}" type="presOf" srcId="{4F50C4BF-2AA5-47C2-BE0A-5510F967FCAE}" destId="{0B4E9A1E-7021-4137-85BF-98C4C3C0BA18}" srcOrd="0" destOrd="0" presId="urn:microsoft.com/office/officeart/2005/8/layout/process4"/>
    <dgm:cxn modelId="{E03469D5-FFF3-408C-B7EA-998109F126A0}" type="presOf" srcId="{D6395CB6-F261-4660-B323-5E82413A03FA}" destId="{DE09B229-B550-453F-B79D-F845A217A776}" srcOrd="0" destOrd="0" presId="urn:microsoft.com/office/officeart/2005/8/layout/process4"/>
    <dgm:cxn modelId="{093C1C8B-4444-4CA8-868F-A0F2BBEBAE5E}" type="presParOf" srcId="{DE09B229-B550-453F-B79D-F845A217A776}" destId="{10EAF6C8-EAA7-4F6B-AF73-B690614D82A6}" srcOrd="0" destOrd="0" presId="urn:microsoft.com/office/officeart/2005/8/layout/process4"/>
    <dgm:cxn modelId="{D2F1213C-10B4-423C-A84C-6DCB5B83E1F0}" type="presParOf" srcId="{10EAF6C8-EAA7-4F6B-AF73-B690614D82A6}" destId="{D204E2B4-8E2D-4D3F-B59D-774289BFBFB7}" srcOrd="0" destOrd="0" presId="urn:microsoft.com/office/officeart/2005/8/layout/process4"/>
    <dgm:cxn modelId="{CE805A28-59F7-459C-94FB-6A81F0DFA476}" type="presParOf" srcId="{DE09B229-B550-453F-B79D-F845A217A776}" destId="{69E5DDE4-37BC-44A1-A938-27715244B0C3}" srcOrd="1" destOrd="0" presId="urn:microsoft.com/office/officeart/2005/8/layout/process4"/>
    <dgm:cxn modelId="{97BF50D5-CD3C-46C6-854A-7B31684F748A}" type="presParOf" srcId="{DE09B229-B550-453F-B79D-F845A217A776}" destId="{1207C712-9CE5-4F14-9BF7-0A050B98ECD2}" srcOrd="2" destOrd="0" presId="urn:microsoft.com/office/officeart/2005/8/layout/process4"/>
    <dgm:cxn modelId="{FD761B15-22ED-4525-B22B-28670F2F49AD}" type="presParOf" srcId="{1207C712-9CE5-4F14-9BF7-0A050B98ECD2}" destId="{559190AA-3EF9-40E0-A854-31E62C1FB571}" srcOrd="0" destOrd="0" presId="urn:microsoft.com/office/officeart/2005/8/layout/process4"/>
    <dgm:cxn modelId="{63E9FA81-4A9D-4BA2-88B6-3B0E846E1661}" type="presParOf" srcId="{DE09B229-B550-453F-B79D-F845A217A776}" destId="{644EA9AD-FF37-42EE-9E63-19DDDC9A784E}" srcOrd="3" destOrd="0" presId="urn:microsoft.com/office/officeart/2005/8/layout/process4"/>
    <dgm:cxn modelId="{978C6665-6064-4202-8C48-CC4F68BDF914}" type="presParOf" srcId="{DE09B229-B550-453F-B79D-F845A217A776}" destId="{4B27438C-C05F-4626-9ED2-0C1F8324A0F5}" srcOrd="4" destOrd="0" presId="urn:microsoft.com/office/officeart/2005/8/layout/process4"/>
    <dgm:cxn modelId="{C7F9F71F-D2B4-4B35-A98E-E450C3BA6AC5}" type="presParOf" srcId="{4B27438C-C05F-4626-9ED2-0C1F8324A0F5}" destId="{0B4E9A1E-7021-4137-85BF-98C4C3C0BA1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FFD183-FCB9-44F3-9D12-9449730295F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478CA2-43B2-4D20-84DC-D54F14DAB42A}">
      <dgm:prSet/>
      <dgm:spPr/>
      <dgm:t>
        <a:bodyPr/>
        <a:lstStyle/>
        <a:p>
          <a:r>
            <a:rPr lang="en-US"/>
            <a:t>Fase 1: Configuración en runtime -&gt; incidente.Suscribir(soporte);</a:t>
          </a:r>
        </a:p>
      </dgm:t>
    </dgm:pt>
    <dgm:pt modelId="{D5AA9971-9474-463B-8EEA-DE1CFC2974D2}" type="parTrans" cxnId="{681FA4BA-79E5-4E2B-BC0C-5D30901A8026}">
      <dgm:prSet/>
      <dgm:spPr/>
      <dgm:t>
        <a:bodyPr/>
        <a:lstStyle/>
        <a:p>
          <a:endParaRPr lang="en-US"/>
        </a:p>
      </dgm:t>
    </dgm:pt>
    <dgm:pt modelId="{E30DD1A7-A9DD-43B4-B443-2FFD4F8C86B4}" type="sibTrans" cxnId="{681FA4BA-79E5-4E2B-BC0C-5D30901A8026}">
      <dgm:prSet/>
      <dgm:spPr/>
      <dgm:t>
        <a:bodyPr/>
        <a:lstStyle/>
        <a:p>
          <a:endParaRPr lang="en-US"/>
        </a:p>
      </dgm:t>
    </dgm:pt>
    <dgm:pt modelId="{7C2E6E5F-B5FA-4C65-A636-573F4AA1608E}">
      <dgm:prSet/>
      <dgm:spPr/>
      <dgm:t>
        <a:bodyPr/>
        <a:lstStyle/>
        <a:p>
          <a:r>
            <a:rPr lang="en-US"/>
            <a:t>Fase 2: Cambio de estado de negocio -&gt; incidente.CambiarSeveridad(Critica);</a:t>
          </a:r>
        </a:p>
      </dgm:t>
    </dgm:pt>
    <dgm:pt modelId="{7FD45888-A6C7-47E4-B1AE-2EF6C76677F3}" type="parTrans" cxnId="{39F28BF9-6669-4635-B750-98DB2F5F2BA4}">
      <dgm:prSet/>
      <dgm:spPr/>
      <dgm:t>
        <a:bodyPr/>
        <a:lstStyle/>
        <a:p>
          <a:endParaRPr lang="en-US"/>
        </a:p>
      </dgm:t>
    </dgm:pt>
    <dgm:pt modelId="{EDAE9E3B-5BEB-41F0-B33E-2B79973E53D1}" type="sibTrans" cxnId="{39F28BF9-6669-4635-B750-98DB2F5F2BA4}">
      <dgm:prSet/>
      <dgm:spPr/>
      <dgm:t>
        <a:bodyPr/>
        <a:lstStyle/>
        <a:p>
          <a:endParaRPr lang="en-US"/>
        </a:p>
      </dgm:t>
    </dgm:pt>
    <dgm:pt modelId="{EE84BF5C-EB5C-421A-85AA-275E8CAB3854}">
      <dgm:prSet/>
      <dgm:spPr/>
      <dgm:t>
        <a:bodyPr/>
        <a:lstStyle/>
        <a:p>
          <a:r>
            <a:rPr lang="en-US"/>
            <a:t>Fase 3: Notificación polimórfica -&gt; Incidente ejecuta un foreach interno llamando a Actualizar(this).</a:t>
          </a:r>
        </a:p>
      </dgm:t>
    </dgm:pt>
    <dgm:pt modelId="{1AFBE19D-21DB-492C-BEFB-EDBB186EC466}" type="parTrans" cxnId="{D7D0CDB5-2533-402A-9CCA-670D518BAE1D}">
      <dgm:prSet/>
      <dgm:spPr/>
      <dgm:t>
        <a:bodyPr/>
        <a:lstStyle/>
        <a:p>
          <a:endParaRPr lang="en-US"/>
        </a:p>
      </dgm:t>
    </dgm:pt>
    <dgm:pt modelId="{0DC55319-35C7-4F58-9AF6-106E69AF2B34}" type="sibTrans" cxnId="{D7D0CDB5-2533-402A-9CCA-670D518BAE1D}">
      <dgm:prSet/>
      <dgm:spPr/>
      <dgm:t>
        <a:bodyPr/>
        <a:lstStyle/>
        <a:p>
          <a:endParaRPr lang="en-US"/>
        </a:p>
      </dgm:t>
    </dgm:pt>
    <dgm:pt modelId="{14E10CE5-3A0A-4999-AF66-2E5F8E5EBF81}">
      <dgm:prSet/>
      <dgm:spPr/>
      <dgm:t>
        <a:bodyPr/>
        <a:lstStyle/>
        <a:p>
          <a:r>
            <a:rPr lang="en-US"/>
            <a:t>El cliente no invoca la notificación a mano: es un efecto colateral del cambio de estado.</a:t>
          </a:r>
        </a:p>
      </dgm:t>
    </dgm:pt>
    <dgm:pt modelId="{33D90370-E44C-4F77-B083-A11501BBA10C}" type="parTrans" cxnId="{CD3B8A8D-87E4-495B-8BFF-03B073CCD543}">
      <dgm:prSet/>
      <dgm:spPr/>
      <dgm:t>
        <a:bodyPr/>
        <a:lstStyle/>
        <a:p>
          <a:endParaRPr lang="en-US"/>
        </a:p>
      </dgm:t>
    </dgm:pt>
    <dgm:pt modelId="{23AFE887-5848-4F47-A0D0-AA3FB2635A6D}" type="sibTrans" cxnId="{CD3B8A8D-87E4-495B-8BFF-03B073CCD543}">
      <dgm:prSet/>
      <dgm:spPr/>
      <dgm:t>
        <a:bodyPr/>
        <a:lstStyle/>
        <a:p>
          <a:endParaRPr lang="en-US"/>
        </a:p>
      </dgm:t>
    </dgm:pt>
    <dgm:pt modelId="{4AD2FB91-057B-407D-8B82-33920466A76E}" type="pres">
      <dgm:prSet presAssocID="{75FFD183-FCB9-44F3-9D12-9449730295F5}" presName="outerComposite" presStyleCnt="0">
        <dgm:presLayoutVars>
          <dgm:chMax val="5"/>
          <dgm:dir/>
          <dgm:resizeHandles val="exact"/>
        </dgm:presLayoutVars>
      </dgm:prSet>
      <dgm:spPr/>
    </dgm:pt>
    <dgm:pt modelId="{8648F3E5-6C09-4A1C-8EF1-7DB9DC6832D4}" type="pres">
      <dgm:prSet presAssocID="{75FFD183-FCB9-44F3-9D12-9449730295F5}" presName="dummyMaxCanvas" presStyleCnt="0">
        <dgm:presLayoutVars/>
      </dgm:prSet>
      <dgm:spPr/>
    </dgm:pt>
    <dgm:pt modelId="{EDD14DA7-057D-4532-B4A3-7514D9159DA4}" type="pres">
      <dgm:prSet presAssocID="{75FFD183-FCB9-44F3-9D12-9449730295F5}" presName="FourNodes_1" presStyleLbl="node1" presStyleIdx="0" presStyleCnt="4">
        <dgm:presLayoutVars>
          <dgm:bulletEnabled val="1"/>
        </dgm:presLayoutVars>
      </dgm:prSet>
      <dgm:spPr/>
    </dgm:pt>
    <dgm:pt modelId="{E8AEA9D8-2537-493C-A669-93058C748EA6}" type="pres">
      <dgm:prSet presAssocID="{75FFD183-FCB9-44F3-9D12-9449730295F5}" presName="FourNodes_2" presStyleLbl="node1" presStyleIdx="1" presStyleCnt="4">
        <dgm:presLayoutVars>
          <dgm:bulletEnabled val="1"/>
        </dgm:presLayoutVars>
      </dgm:prSet>
      <dgm:spPr/>
    </dgm:pt>
    <dgm:pt modelId="{59A21C30-4F1C-435B-A7A6-E9F9B5F9CDBB}" type="pres">
      <dgm:prSet presAssocID="{75FFD183-FCB9-44F3-9D12-9449730295F5}" presName="FourNodes_3" presStyleLbl="node1" presStyleIdx="2" presStyleCnt="4">
        <dgm:presLayoutVars>
          <dgm:bulletEnabled val="1"/>
        </dgm:presLayoutVars>
      </dgm:prSet>
      <dgm:spPr/>
    </dgm:pt>
    <dgm:pt modelId="{7E0AA0F1-DE55-4B98-9A1C-D5A07B0F7932}" type="pres">
      <dgm:prSet presAssocID="{75FFD183-FCB9-44F3-9D12-9449730295F5}" presName="FourNodes_4" presStyleLbl="node1" presStyleIdx="3" presStyleCnt="4">
        <dgm:presLayoutVars>
          <dgm:bulletEnabled val="1"/>
        </dgm:presLayoutVars>
      </dgm:prSet>
      <dgm:spPr/>
    </dgm:pt>
    <dgm:pt modelId="{A831760A-080B-45B8-AEF8-639F86350B92}" type="pres">
      <dgm:prSet presAssocID="{75FFD183-FCB9-44F3-9D12-9449730295F5}" presName="FourConn_1-2" presStyleLbl="fgAccFollowNode1" presStyleIdx="0" presStyleCnt="3">
        <dgm:presLayoutVars>
          <dgm:bulletEnabled val="1"/>
        </dgm:presLayoutVars>
      </dgm:prSet>
      <dgm:spPr/>
    </dgm:pt>
    <dgm:pt modelId="{F2AFFB0F-92FC-44D6-896F-4CAECFE280AD}" type="pres">
      <dgm:prSet presAssocID="{75FFD183-FCB9-44F3-9D12-9449730295F5}" presName="FourConn_2-3" presStyleLbl="fgAccFollowNode1" presStyleIdx="1" presStyleCnt="3">
        <dgm:presLayoutVars>
          <dgm:bulletEnabled val="1"/>
        </dgm:presLayoutVars>
      </dgm:prSet>
      <dgm:spPr/>
    </dgm:pt>
    <dgm:pt modelId="{26F01ED8-DA18-4C01-B031-2BA1F58BBEDF}" type="pres">
      <dgm:prSet presAssocID="{75FFD183-FCB9-44F3-9D12-9449730295F5}" presName="FourConn_3-4" presStyleLbl="fgAccFollowNode1" presStyleIdx="2" presStyleCnt="3">
        <dgm:presLayoutVars>
          <dgm:bulletEnabled val="1"/>
        </dgm:presLayoutVars>
      </dgm:prSet>
      <dgm:spPr/>
    </dgm:pt>
    <dgm:pt modelId="{F0CD4C18-834F-45B1-AFE2-A116DDBC752E}" type="pres">
      <dgm:prSet presAssocID="{75FFD183-FCB9-44F3-9D12-9449730295F5}" presName="FourNodes_1_text" presStyleLbl="node1" presStyleIdx="3" presStyleCnt="4">
        <dgm:presLayoutVars>
          <dgm:bulletEnabled val="1"/>
        </dgm:presLayoutVars>
      </dgm:prSet>
      <dgm:spPr/>
    </dgm:pt>
    <dgm:pt modelId="{B3F512DA-D555-435E-A0B5-E31BAA9D4802}" type="pres">
      <dgm:prSet presAssocID="{75FFD183-FCB9-44F3-9D12-9449730295F5}" presName="FourNodes_2_text" presStyleLbl="node1" presStyleIdx="3" presStyleCnt="4">
        <dgm:presLayoutVars>
          <dgm:bulletEnabled val="1"/>
        </dgm:presLayoutVars>
      </dgm:prSet>
      <dgm:spPr/>
    </dgm:pt>
    <dgm:pt modelId="{B911A961-33A8-4C9B-BDE2-8A0E3D687835}" type="pres">
      <dgm:prSet presAssocID="{75FFD183-FCB9-44F3-9D12-9449730295F5}" presName="FourNodes_3_text" presStyleLbl="node1" presStyleIdx="3" presStyleCnt="4">
        <dgm:presLayoutVars>
          <dgm:bulletEnabled val="1"/>
        </dgm:presLayoutVars>
      </dgm:prSet>
      <dgm:spPr/>
    </dgm:pt>
    <dgm:pt modelId="{16132530-1CB4-49A7-B7F8-542F9193C0B7}" type="pres">
      <dgm:prSet presAssocID="{75FFD183-FCB9-44F3-9D12-9449730295F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9D69D00-8B10-4403-A36E-FD33D1843516}" type="presOf" srcId="{E30DD1A7-A9DD-43B4-B443-2FFD4F8C86B4}" destId="{A831760A-080B-45B8-AEF8-639F86350B92}" srcOrd="0" destOrd="0" presId="urn:microsoft.com/office/officeart/2005/8/layout/vProcess5"/>
    <dgm:cxn modelId="{E277D323-20C7-4318-A198-8EECD870A512}" type="presOf" srcId="{7C2E6E5F-B5FA-4C65-A636-573F4AA1608E}" destId="{E8AEA9D8-2537-493C-A669-93058C748EA6}" srcOrd="0" destOrd="0" presId="urn:microsoft.com/office/officeart/2005/8/layout/vProcess5"/>
    <dgm:cxn modelId="{DB14DD40-3164-4843-98A6-84A2C6A1DABC}" type="presOf" srcId="{7C2E6E5F-B5FA-4C65-A636-573F4AA1608E}" destId="{B3F512DA-D555-435E-A0B5-E31BAA9D4802}" srcOrd="1" destOrd="0" presId="urn:microsoft.com/office/officeart/2005/8/layout/vProcess5"/>
    <dgm:cxn modelId="{0488EB4F-CF56-4A6E-8CFB-6093EAE59AF2}" type="presOf" srcId="{A7478CA2-43B2-4D20-84DC-D54F14DAB42A}" destId="{F0CD4C18-834F-45B1-AFE2-A116DDBC752E}" srcOrd="1" destOrd="0" presId="urn:microsoft.com/office/officeart/2005/8/layout/vProcess5"/>
    <dgm:cxn modelId="{717B7472-15CC-43A3-BBAD-9E8B6C90F8AF}" type="presOf" srcId="{EE84BF5C-EB5C-421A-85AA-275E8CAB3854}" destId="{59A21C30-4F1C-435B-A7A6-E9F9B5F9CDBB}" srcOrd="0" destOrd="0" presId="urn:microsoft.com/office/officeart/2005/8/layout/vProcess5"/>
    <dgm:cxn modelId="{2C7E2874-BD44-4929-B54C-FC43DFE0EAA6}" type="presOf" srcId="{EDAE9E3B-5BEB-41F0-B33E-2B79973E53D1}" destId="{F2AFFB0F-92FC-44D6-896F-4CAECFE280AD}" srcOrd="0" destOrd="0" presId="urn:microsoft.com/office/officeart/2005/8/layout/vProcess5"/>
    <dgm:cxn modelId="{C1B4787A-8E69-4FC9-BFDF-3D609283405E}" type="presOf" srcId="{14E10CE5-3A0A-4999-AF66-2E5F8E5EBF81}" destId="{7E0AA0F1-DE55-4B98-9A1C-D5A07B0F7932}" srcOrd="0" destOrd="0" presId="urn:microsoft.com/office/officeart/2005/8/layout/vProcess5"/>
    <dgm:cxn modelId="{75DD5288-D7F3-43ED-8B77-23A3191105A5}" type="presOf" srcId="{75FFD183-FCB9-44F3-9D12-9449730295F5}" destId="{4AD2FB91-057B-407D-8B82-33920466A76E}" srcOrd="0" destOrd="0" presId="urn:microsoft.com/office/officeart/2005/8/layout/vProcess5"/>
    <dgm:cxn modelId="{38D7818D-2E1B-4510-988E-319663223560}" type="presOf" srcId="{EE84BF5C-EB5C-421A-85AA-275E8CAB3854}" destId="{B911A961-33A8-4C9B-BDE2-8A0E3D687835}" srcOrd="1" destOrd="0" presId="urn:microsoft.com/office/officeart/2005/8/layout/vProcess5"/>
    <dgm:cxn modelId="{CD3B8A8D-87E4-495B-8BFF-03B073CCD543}" srcId="{75FFD183-FCB9-44F3-9D12-9449730295F5}" destId="{14E10CE5-3A0A-4999-AF66-2E5F8E5EBF81}" srcOrd="3" destOrd="0" parTransId="{33D90370-E44C-4F77-B083-A11501BBA10C}" sibTransId="{23AFE887-5848-4F47-A0D0-AA3FB2635A6D}"/>
    <dgm:cxn modelId="{3F21B694-A32A-4254-A72C-C1D0C47D0B01}" type="presOf" srcId="{A7478CA2-43B2-4D20-84DC-D54F14DAB42A}" destId="{EDD14DA7-057D-4532-B4A3-7514D9159DA4}" srcOrd="0" destOrd="0" presId="urn:microsoft.com/office/officeart/2005/8/layout/vProcess5"/>
    <dgm:cxn modelId="{05BF28AF-A834-48A6-9265-AFB32F5712A3}" type="presOf" srcId="{0DC55319-35C7-4F58-9AF6-106E69AF2B34}" destId="{26F01ED8-DA18-4C01-B031-2BA1F58BBEDF}" srcOrd="0" destOrd="0" presId="urn:microsoft.com/office/officeart/2005/8/layout/vProcess5"/>
    <dgm:cxn modelId="{D7D0CDB5-2533-402A-9CCA-670D518BAE1D}" srcId="{75FFD183-FCB9-44F3-9D12-9449730295F5}" destId="{EE84BF5C-EB5C-421A-85AA-275E8CAB3854}" srcOrd="2" destOrd="0" parTransId="{1AFBE19D-21DB-492C-BEFB-EDBB186EC466}" sibTransId="{0DC55319-35C7-4F58-9AF6-106E69AF2B34}"/>
    <dgm:cxn modelId="{681FA4BA-79E5-4E2B-BC0C-5D30901A8026}" srcId="{75FFD183-FCB9-44F3-9D12-9449730295F5}" destId="{A7478CA2-43B2-4D20-84DC-D54F14DAB42A}" srcOrd="0" destOrd="0" parTransId="{D5AA9971-9474-463B-8EEA-DE1CFC2974D2}" sibTransId="{E30DD1A7-A9DD-43B4-B443-2FFD4F8C86B4}"/>
    <dgm:cxn modelId="{39F28BF9-6669-4635-B750-98DB2F5F2BA4}" srcId="{75FFD183-FCB9-44F3-9D12-9449730295F5}" destId="{7C2E6E5F-B5FA-4C65-A636-573F4AA1608E}" srcOrd="1" destOrd="0" parTransId="{7FD45888-A6C7-47E4-B1AE-2EF6C76677F3}" sibTransId="{EDAE9E3B-5BEB-41F0-B33E-2B79973E53D1}"/>
    <dgm:cxn modelId="{875A3AFD-CE61-4724-B097-13F98D98FC1C}" type="presOf" srcId="{14E10CE5-3A0A-4999-AF66-2E5F8E5EBF81}" destId="{16132530-1CB4-49A7-B7F8-542F9193C0B7}" srcOrd="1" destOrd="0" presId="urn:microsoft.com/office/officeart/2005/8/layout/vProcess5"/>
    <dgm:cxn modelId="{6867B92F-EA7A-4ABD-9799-6D79268BF1BD}" type="presParOf" srcId="{4AD2FB91-057B-407D-8B82-33920466A76E}" destId="{8648F3E5-6C09-4A1C-8EF1-7DB9DC6832D4}" srcOrd="0" destOrd="0" presId="urn:microsoft.com/office/officeart/2005/8/layout/vProcess5"/>
    <dgm:cxn modelId="{C3C528CC-0D95-4460-A436-6FAE74A98E8B}" type="presParOf" srcId="{4AD2FB91-057B-407D-8B82-33920466A76E}" destId="{EDD14DA7-057D-4532-B4A3-7514D9159DA4}" srcOrd="1" destOrd="0" presId="urn:microsoft.com/office/officeart/2005/8/layout/vProcess5"/>
    <dgm:cxn modelId="{19C804CF-AA99-4B8E-AF52-DA92D3B3A2F7}" type="presParOf" srcId="{4AD2FB91-057B-407D-8B82-33920466A76E}" destId="{E8AEA9D8-2537-493C-A669-93058C748EA6}" srcOrd="2" destOrd="0" presId="urn:microsoft.com/office/officeart/2005/8/layout/vProcess5"/>
    <dgm:cxn modelId="{3A5AA226-A4E8-4857-81A1-1831A46BC02C}" type="presParOf" srcId="{4AD2FB91-057B-407D-8B82-33920466A76E}" destId="{59A21C30-4F1C-435B-A7A6-E9F9B5F9CDBB}" srcOrd="3" destOrd="0" presId="urn:microsoft.com/office/officeart/2005/8/layout/vProcess5"/>
    <dgm:cxn modelId="{13D4F851-D5C7-4D5F-9F54-2FF8E8B83FBE}" type="presParOf" srcId="{4AD2FB91-057B-407D-8B82-33920466A76E}" destId="{7E0AA0F1-DE55-4B98-9A1C-D5A07B0F7932}" srcOrd="4" destOrd="0" presId="urn:microsoft.com/office/officeart/2005/8/layout/vProcess5"/>
    <dgm:cxn modelId="{992C3030-86B8-41A1-A111-35EE83F04276}" type="presParOf" srcId="{4AD2FB91-057B-407D-8B82-33920466A76E}" destId="{A831760A-080B-45B8-AEF8-639F86350B92}" srcOrd="5" destOrd="0" presId="urn:microsoft.com/office/officeart/2005/8/layout/vProcess5"/>
    <dgm:cxn modelId="{12D9A2DD-A2BE-4DCD-8689-03B2508542D6}" type="presParOf" srcId="{4AD2FB91-057B-407D-8B82-33920466A76E}" destId="{F2AFFB0F-92FC-44D6-896F-4CAECFE280AD}" srcOrd="6" destOrd="0" presId="urn:microsoft.com/office/officeart/2005/8/layout/vProcess5"/>
    <dgm:cxn modelId="{2C7F3353-1A81-4BA9-B673-F073CB9A77FC}" type="presParOf" srcId="{4AD2FB91-057B-407D-8B82-33920466A76E}" destId="{26F01ED8-DA18-4C01-B031-2BA1F58BBEDF}" srcOrd="7" destOrd="0" presId="urn:microsoft.com/office/officeart/2005/8/layout/vProcess5"/>
    <dgm:cxn modelId="{CF9057E4-E275-4574-9938-3DEAE871C475}" type="presParOf" srcId="{4AD2FB91-057B-407D-8B82-33920466A76E}" destId="{F0CD4C18-834F-45B1-AFE2-A116DDBC752E}" srcOrd="8" destOrd="0" presId="urn:microsoft.com/office/officeart/2005/8/layout/vProcess5"/>
    <dgm:cxn modelId="{C6408195-F3E1-4CCE-AD33-62D9702399BE}" type="presParOf" srcId="{4AD2FB91-057B-407D-8B82-33920466A76E}" destId="{B3F512DA-D555-435E-A0B5-E31BAA9D4802}" srcOrd="9" destOrd="0" presId="urn:microsoft.com/office/officeart/2005/8/layout/vProcess5"/>
    <dgm:cxn modelId="{873AD72A-94C2-4E89-9F73-D6149F852995}" type="presParOf" srcId="{4AD2FB91-057B-407D-8B82-33920466A76E}" destId="{B911A961-33A8-4C9B-BDE2-8A0E3D687835}" srcOrd="10" destOrd="0" presId="urn:microsoft.com/office/officeart/2005/8/layout/vProcess5"/>
    <dgm:cxn modelId="{027F8060-140F-43AF-AF7E-C364B9012898}" type="presParOf" srcId="{4AD2FB91-057B-407D-8B82-33920466A76E}" destId="{16132530-1CB4-49A7-B7F8-542F9193C0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E6EA48-E2EA-4355-AB3D-1196476F4E7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91CC32-E1F3-4AA7-9F28-37E613904421}">
      <dgm:prSet/>
      <dgm:spPr/>
      <dgm:t>
        <a:bodyPr/>
        <a:lstStyle/>
        <a:p>
          <a:r>
            <a:rPr lang="en-US"/>
            <a:t>Modelo Push (Empujar datos):</a:t>
          </a:r>
        </a:p>
      </dgm:t>
    </dgm:pt>
    <dgm:pt modelId="{DF9AC8EF-09E6-469C-9FFA-2872315D95B7}" type="parTrans" cxnId="{926AD06C-6ED7-4F4D-A1DD-4E63FBC7CA76}">
      <dgm:prSet/>
      <dgm:spPr/>
      <dgm:t>
        <a:bodyPr/>
        <a:lstStyle/>
        <a:p>
          <a:endParaRPr lang="en-US"/>
        </a:p>
      </dgm:t>
    </dgm:pt>
    <dgm:pt modelId="{C009B0CD-5579-47AB-AC1E-3B43D36AFD99}" type="sibTrans" cxnId="{926AD06C-6ED7-4F4D-A1DD-4E63FBC7CA76}">
      <dgm:prSet/>
      <dgm:spPr/>
      <dgm:t>
        <a:bodyPr/>
        <a:lstStyle/>
        <a:p>
          <a:endParaRPr lang="en-US"/>
        </a:p>
      </dgm:t>
    </dgm:pt>
    <dgm:pt modelId="{4D9C226D-99D8-4ED2-AC4B-585FA4C02AC8}">
      <dgm:prSet/>
      <dgm:spPr/>
      <dgm:t>
        <a:bodyPr/>
        <a:lstStyle/>
        <a:p>
          <a:r>
            <a:rPr lang="en-US"/>
            <a:t>- Firma: void Actualizar(string estado, NivelSeveridad sev).</a:t>
          </a:r>
        </a:p>
      </dgm:t>
    </dgm:pt>
    <dgm:pt modelId="{D6C9AC65-1C4D-4473-8BD6-E34EA7C1FA3E}" type="parTrans" cxnId="{A70B27D2-FDBD-4163-8025-D1702A99D993}">
      <dgm:prSet/>
      <dgm:spPr/>
      <dgm:t>
        <a:bodyPr/>
        <a:lstStyle/>
        <a:p>
          <a:endParaRPr lang="en-US"/>
        </a:p>
      </dgm:t>
    </dgm:pt>
    <dgm:pt modelId="{E568AAE8-56E5-49DD-9509-C355BD52A540}" type="sibTrans" cxnId="{A70B27D2-FDBD-4163-8025-D1702A99D993}">
      <dgm:prSet/>
      <dgm:spPr/>
      <dgm:t>
        <a:bodyPr/>
        <a:lstStyle/>
        <a:p>
          <a:endParaRPr lang="en-US"/>
        </a:p>
      </dgm:t>
    </dgm:pt>
    <dgm:pt modelId="{756D79BC-6DCB-4554-910F-99ECFF69FB4F}">
      <dgm:prSet/>
      <dgm:spPr/>
      <dgm:t>
        <a:bodyPr/>
        <a:lstStyle/>
        <a:p>
          <a:r>
            <a:rPr lang="en-US"/>
            <a:t>- Desventaja: Inflexible ante nuevos observadores que requieran otros datos.</a:t>
          </a:r>
        </a:p>
      </dgm:t>
    </dgm:pt>
    <dgm:pt modelId="{D9A68C53-EF1A-4F7B-9898-49DCC82DDDA1}" type="parTrans" cxnId="{7650166F-26A5-45A5-8AE8-B0FDE21256BA}">
      <dgm:prSet/>
      <dgm:spPr/>
      <dgm:t>
        <a:bodyPr/>
        <a:lstStyle/>
        <a:p>
          <a:endParaRPr lang="en-US"/>
        </a:p>
      </dgm:t>
    </dgm:pt>
    <dgm:pt modelId="{648B98AD-7D91-4A31-8388-81E58029A591}" type="sibTrans" cxnId="{7650166F-26A5-45A5-8AE8-B0FDE21256BA}">
      <dgm:prSet/>
      <dgm:spPr/>
      <dgm:t>
        <a:bodyPr/>
        <a:lstStyle/>
        <a:p>
          <a:endParaRPr lang="en-US"/>
        </a:p>
      </dgm:t>
    </dgm:pt>
    <dgm:pt modelId="{92D8B1CF-0F7C-4577-9466-DB749BB689C4}">
      <dgm:prSet/>
      <dgm:spPr/>
      <dgm:t>
        <a:bodyPr/>
        <a:lstStyle/>
        <a:p>
          <a:r>
            <a:rPr lang="en-US"/>
            <a:t>Modelo Pull (Tirar datos - Canónico GoF):</a:t>
          </a:r>
        </a:p>
      </dgm:t>
    </dgm:pt>
    <dgm:pt modelId="{2A8C1087-4B8C-4039-ACDF-D325347C649C}" type="parTrans" cxnId="{2C733E07-5B99-4CE1-A78B-66F5E4B4094D}">
      <dgm:prSet/>
      <dgm:spPr/>
      <dgm:t>
        <a:bodyPr/>
        <a:lstStyle/>
        <a:p>
          <a:endParaRPr lang="en-US"/>
        </a:p>
      </dgm:t>
    </dgm:pt>
    <dgm:pt modelId="{2E525155-2CFA-481F-994D-CFC908D52B4E}" type="sibTrans" cxnId="{2C733E07-5B99-4CE1-A78B-66F5E4B4094D}">
      <dgm:prSet/>
      <dgm:spPr/>
      <dgm:t>
        <a:bodyPr/>
        <a:lstStyle/>
        <a:p>
          <a:endParaRPr lang="en-US"/>
        </a:p>
      </dgm:t>
    </dgm:pt>
    <dgm:pt modelId="{4A6EDF7A-3174-4F07-B408-3AFAC5E81BD2}">
      <dgm:prSet/>
      <dgm:spPr/>
      <dgm:t>
        <a:bodyPr/>
        <a:lstStyle/>
        <a:p>
          <a:r>
            <a:rPr lang="en-US"/>
            <a:t>- Firma: void Actualizar(Incidente emisor).</a:t>
          </a:r>
        </a:p>
      </dgm:t>
    </dgm:pt>
    <dgm:pt modelId="{48B396DF-3387-49F3-AD45-E4B00AE30226}" type="parTrans" cxnId="{EA6CEE91-6C4F-4254-9A46-18F6A2898B0B}">
      <dgm:prSet/>
      <dgm:spPr/>
      <dgm:t>
        <a:bodyPr/>
        <a:lstStyle/>
        <a:p>
          <a:endParaRPr lang="en-US"/>
        </a:p>
      </dgm:t>
    </dgm:pt>
    <dgm:pt modelId="{096D143A-42C0-4C80-AE88-3127889E5EC4}" type="sibTrans" cxnId="{EA6CEE91-6C4F-4254-9A46-18F6A2898B0B}">
      <dgm:prSet/>
      <dgm:spPr/>
      <dgm:t>
        <a:bodyPr/>
        <a:lstStyle/>
        <a:p>
          <a:endParaRPr lang="en-US"/>
        </a:p>
      </dgm:t>
    </dgm:pt>
    <dgm:pt modelId="{138171A1-CEC8-4D45-AAC7-BBB51B131A3E}">
      <dgm:prSet/>
      <dgm:spPr/>
      <dgm:t>
        <a:bodyPr/>
        <a:lstStyle/>
        <a:p>
          <a:r>
            <a:rPr lang="en-US"/>
            <a:t>- Ventaja: Cada observador consulta mediante getters sólo lo que necesita.</a:t>
          </a:r>
        </a:p>
      </dgm:t>
    </dgm:pt>
    <dgm:pt modelId="{0C68E192-F31E-4B84-90AA-0B9E7949BB11}" type="parTrans" cxnId="{B1F476AE-0F22-4989-A093-2B7CB2C1EB0B}">
      <dgm:prSet/>
      <dgm:spPr/>
      <dgm:t>
        <a:bodyPr/>
        <a:lstStyle/>
        <a:p>
          <a:endParaRPr lang="en-US"/>
        </a:p>
      </dgm:t>
    </dgm:pt>
    <dgm:pt modelId="{7C77454E-286F-40F8-897C-E0809ED5CC10}" type="sibTrans" cxnId="{B1F476AE-0F22-4989-A093-2B7CB2C1EB0B}">
      <dgm:prSet/>
      <dgm:spPr/>
      <dgm:t>
        <a:bodyPr/>
        <a:lstStyle/>
        <a:p>
          <a:endParaRPr lang="en-US"/>
        </a:p>
      </dgm:t>
    </dgm:pt>
    <dgm:pt modelId="{12952614-078C-4689-9D49-F823F37E72FD}" type="pres">
      <dgm:prSet presAssocID="{9DE6EA48-E2EA-4355-AB3D-1196476F4E73}" presName="diagram" presStyleCnt="0">
        <dgm:presLayoutVars>
          <dgm:dir/>
          <dgm:resizeHandles val="exact"/>
        </dgm:presLayoutVars>
      </dgm:prSet>
      <dgm:spPr/>
    </dgm:pt>
    <dgm:pt modelId="{566F7393-1138-4C57-B0A1-545EB0375B79}" type="pres">
      <dgm:prSet presAssocID="{C491CC32-E1F3-4AA7-9F28-37E613904421}" presName="node" presStyleLbl="node1" presStyleIdx="0" presStyleCnt="6">
        <dgm:presLayoutVars>
          <dgm:bulletEnabled val="1"/>
        </dgm:presLayoutVars>
      </dgm:prSet>
      <dgm:spPr/>
    </dgm:pt>
    <dgm:pt modelId="{0ECDDC9C-A087-4EC0-AD6A-10F7298E7E90}" type="pres">
      <dgm:prSet presAssocID="{C009B0CD-5579-47AB-AC1E-3B43D36AFD99}" presName="sibTrans" presStyleCnt="0"/>
      <dgm:spPr/>
    </dgm:pt>
    <dgm:pt modelId="{EAF7ADE0-6AB8-4E46-9828-70F31F3F96C0}" type="pres">
      <dgm:prSet presAssocID="{4D9C226D-99D8-4ED2-AC4B-585FA4C02AC8}" presName="node" presStyleLbl="node1" presStyleIdx="1" presStyleCnt="6">
        <dgm:presLayoutVars>
          <dgm:bulletEnabled val="1"/>
        </dgm:presLayoutVars>
      </dgm:prSet>
      <dgm:spPr/>
    </dgm:pt>
    <dgm:pt modelId="{11E9683D-899B-4BFC-8643-2A5D95E98C17}" type="pres">
      <dgm:prSet presAssocID="{E568AAE8-56E5-49DD-9509-C355BD52A540}" presName="sibTrans" presStyleCnt="0"/>
      <dgm:spPr/>
    </dgm:pt>
    <dgm:pt modelId="{2AF822A5-8DA9-4F09-95A3-27E7FD5C057F}" type="pres">
      <dgm:prSet presAssocID="{756D79BC-6DCB-4554-910F-99ECFF69FB4F}" presName="node" presStyleLbl="node1" presStyleIdx="2" presStyleCnt="6">
        <dgm:presLayoutVars>
          <dgm:bulletEnabled val="1"/>
        </dgm:presLayoutVars>
      </dgm:prSet>
      <dgm:spPr/>
    </dgm:pt>
    <dgm:pt modelId="{FD857BE9-E964-49AC-9EBB-711948506DB3}" type="pres">
      <dgm:prSet presAssocID="{648B98AD-7D91-4A31-8388-81E58029A591}" presName="sibTrans" presStyleCnt="0"/>
      <dgm:spPr/>
    </dgm:pt>
    <dgm:pt modelId="{D3ABA85A-B337-4EFE-ADFD-3D3420B89D25}" type="pres">
      <dgm:prSet presAssocID="{92D8B1CF-0F7C-4577-9466-DB749BB689C4}" presName="node" presStyleLbl="node1" presStyleIdx="3" presStyleCnt="6">
        <dgm:presLayoutVars>
          <dgm:bulletEnabled val="1"/>
        </dgm:presLayoutVars>
      </dgm:prSet>
      <dgm:spPr/>
    </dgm:pt>
    <dgm:pt modelId="{2240DB1A-3875-4B5C-AC35-355C1228E9E4}" type="pres">
      <dgm:prSet presAssocID="{2E525155-2CFA-481F-994D-CFC908D52B4E}" presName="sibTrans" presStyleCnt="0"/>
      <dgm:spPr/>
    </dgm:pt>
    <dgm:pt modelId="{415BC8C9-07C5-45E9-A914-0D748DB32D2B}" type="pres">
      <dgm:prSet presAssocID="{4A6EDF7A-3174-4F07-B408-3AFAC5E81BD2}" presName="node" presStyleLbl="node1" presStyleIdx="4" presStyleCnt="6">
        <dgm:presLayoutVars>
          <dgm:bulletEnabled val="1"/>
        </dgm:presLayoutVars>
      </dgm:prSet>
      <dgm:spPr/>
    </dgm:pt>
    <dgm:pt modelId="{955CAEA1-A376-4A45-BDA7-2CF7C061BDCB}" type="pres">
      <dgm:prSet presAssocID="{096D143A-42C0-4C80-AE88-3127889E5EC4}" presName="sibTrans" presStyleCnt="0"/>
      <dgm:spPr/>
    </dgm:pt>
    <dgm:pt modelId="{D8C692A8-8ADF-4D43-B413-7491F2340A83}" type="pres">
      <dgm:prSet presAssocID="{138171A1-CEC8-4D45-AAC7-BBB51B131A3E}" presName="node" presStyleLbl="node1" presStyleIdx="5" presStyleCnt="6">
        <dgm:presLayoutVars>
          <dgm:bulletEnabled val="1"/>
        </dgm:presLayoutVars>
      </dgm:prSet>
      <dgm:spPr/>
    </dgm:pt>
  </dgm:ptLst>
  <dgm:cxnLst>
    <dgm:cxn modelId="{2C733E07-5B99-4CE1-A78B-66F5E4B4094D}" srcId="{9DE6EA48-E2EA-4355-AB3D-1196476F4E73}" destId="{92D8B1CF-0F7C-4577-9466-DB749BB689C4}" srcOrd="3" destOrd="0" parTransId="{2A8C1087-4B8C-4039-ACDF-D325347C649C}" sibTransId="{2E525155-2CFA-481F-994D-CFC908D52B4E}"/>
    <dgm:cxn modelId="{72ED3A33-94F5-43F8-B3E2-4B37C6F99750}" type="presOf" srcId="{9DE6EA48-E2EA-4355-AB3D-1196476F4E73}" destId="{12952614-078C-4689-9D49-F823F37E72FD}" srcOrd="0" destOrd="0" presId="urn:microsoft.com/office/officeart/2005/8/layout/default"/>
    <dgm:cxn modelId="{38A16236-3E3E-4C3D-B786-ADAD0CC57ABA}" type="presOf" srcId="{138171A1-CEC8-4D45-AAC7-BBB51B131A3E}" destId="{D8C692A8-8ADF-4D43-B413-7491F2340A83}" srcOrd="0" destOrd="0" presId="urn:microsoft.com/office/officeart/2005/8/layout/default"/>
    <dgm:cxn modelId="{926AD06C-6ED7-4F4D-A1DD-4E63FBC7CA76}" srcId="{9DE6EA48-E2EA-4355-AB3D-1196476F4E73}" destId="{C491CC32-E1F3-4AA7-9F28-37E613904421}" srcOrd="0" destOrd="0" parTransId="{DF9AC8EF-09E6-469C-9FFA-2872315D95B7}" sibTransId="{C009B0CD-5579-47AB-AC1E-3B43D36AFD99}"/>
    <dgm:cxn modelId="{7650166F-26A5-45A5-8AE8-B0FDE21256BA}" srcId="{9DE6EA48-E2EA-4355-AB3D-1196476F4E73}" destId="{756D79BC-6DCB-4554-910F-99ECFF69FB4F}" srcOrd="2" destOrd="0" parTransId="{D9A68C53-EF1A-4F7B-9898-49DCC82DDDA1}" sibTransId="{648B98AD-7D91-4A31-8388-81E58029A591}"/>
    <dgm:cxn modelId="{E4B4A871-87B9-46ED-B7BD-FDE1EFD752C3}" type="presOf" srcId="{C491CC32-E1F3-4AA7-9F28-37E613904421}" destId="{566F7393-1138-4C57-B0A1-545EB0375B79}" srcOrd="0" destOrd="0" presId="urn:microsoft.com/office/officeart/2005/8/layout/default"/>
    <dgm:cxn modelId="{EA6CEE91-6C4F-4254-9A46-18F6A2898B0B}" srcId="{9DE6EA48-E2EA-4355-AB3D-1196476F4E73}" destId="{4A6EDF7A-3174-4F07-B408-3AFAC5E81BD2}" srcOrd="4" destOrd="0" parTransId="{48B396DF-3387-49F3-AD45-E4B00AE30226}" sibTransId="{096D143A-42C0-4C80-AE88-3127889E5EC4}"/>
    <dgm:cxn modelId="{93775699-B956-4A14-B6CD-B7A4C39B74A0}" type="presOf" srcId="{756D79BC-6DCB-4554-910F-99ECFF69FB4F}" destId="{2AF822A5-8DA9-4F09-95A3-27E7FD5C057F}" srcOrd="0" destOrd="0" presId="urn:microsoft.com/office/officeart/2005/8/layout/default"/>
    <dgm:cxn modelId="{275A35AD-459C-4C67-82DD-03E2EB36A5CF}" type="presOf" srcId="{4A6EDF7A-3174-4F07-B408-3AFAC5E81BD2}" destId="{415BC8C9-07C5-45E9-A914-0D748DB32D2B}" srcOrd="0" destOrd="0" presId="urn:microsoft.com/office/officeart/2005/8/layout/default"/>
    <dgm:cxn modelId="{B1F476AE-0F22-4989-A093-2B7CB2C1EB0B}" srcId="{9DE6EA48-E2EA-4355-AB3D-1196476F4E73}" destId="{138171A1-CEC8-4D45-AAC7-BBB51B131A3E}" srcOrd="5" destOrd="0" parTransId="{0C68E192-F31E-4B84-90AA-0B9E7949BB11}" sibTransId="{7C77454E-286F-40F8-897C-E0809ED5CC10}"/>
    <dgm:cxn modelId="{A70B27D2-FDBD-4163-8025-D1702A99D993}" srcId="{9DE6EA48-E2EA-4355-AB3D-1196476F4E73}" destId="{4D9C226D-99D8-4ED2-AC4B-585FA4C02AC8}" srcOrd="1" destOrd="0" parTransId="{D6C9AC65-1C4D-4473-8BD6-E34EA7C1FA3E}" sibTransId="{E568AAE8-56E5-49DD-9509-C355BD52A540}"/>
    <dgm:cxn modelId="{59C070DC-A6C0-4E5D-8380-4DBCFDADC995}" type="presOf" srcId="{92D8B1CF-0F7C-4577-9466-DB749BB689C4}" destId="{D3ABA85A-B337-4EFE-ADFD-3D3420B89D25}" srcOrd="0" destOrd="0" presId="urn:microsoft.com/office/officeart/2005/8/layout/default"/>
    <dgm:cxn modelId="{2A62C7F6-3085-43A4-B458-96D24045EB4E}" type="presOf" srcId="{4D9C226D-99D8-4ED2-AC4B-585FA4C02AC8}" destId="{EAF7ADE0-6AB8-4E46-9828-70F31F3F96C0}" srcOrd="0" destOrd="0" presId="urn:microsoft.com/office/officeart/2005/8/layout/default"/>
    <dgm:cxn modelId="{0C25C5AA-8A3D-44CA-9B16-12CC602F6C02}" type="presParOf" srcId="{12952614-078C-4689-9D49-F823F37E72FD}" destId="{566F7393-1138-4C57-B0A1-545EB0375B79}" srcOrd="0" destOrd="0" presId="urn:microsoft.com/office/officeart/2005/8/layout/default"/>
    <dgm:cxn modelId="{2219E75F-571A-4D18-AB9E-980579E47252}" type="presParOf" srcId="{12952614-078C-4689-9D49-F823F37E72FD}" destId="{0ECDDC9C-A087-4EC0-AD6A-10F7298E7E90}" srcOrd="1" destOrd="0" presId="urn:microsoft.com/office/officeart/2005/8/layout/default"/>
    <dgm:cxn modelId="{FC9AEE16-1B64-407C-8FFA-C734634F67D8}" type="presParOf" srcId="{12952614-078C-4689-9D49-F823F37E72FD}" destId="{EAF7ADE0-6AB8-4E46-9828-70F31F3F96C0}" srcOrd="2" destOrd="0" presId="urn:microsoft.com/office/officeart/2005/8/layout/default"/>
    <dgm:cxn modelId="{2F47359B-082E-4FFE-8454-6B73CFBD43CD}" type="presParOf" srcId="{12952614-078C-4689-9D49-F823F37E72FD}" destId="{11E9683D-899B-4BFC-8643-2A5D95E98C17}" srcOrd="3" destOrd="0" presId="urn:microsoft.com/office/officeart/2005/8/layout/default"/>
    <dgm:cxn modelId="{F21F6C61-9BB9-4FED-9B8A-D38DB56B39ED}" type="presParOf" srcId="{12952614-078C-4689-9D49-F823F37E72FD}" destId="{2AF822A5-8DA9-4F09-95A3-27E7FD5C057F}" srcOrd="4" destOrd="0" presId="urn:microsoft.com/office/officeart/2005/8/layout/default"/>
    <dgm:cxn modelId="{069657F7-FE1C-4E67-ABA3-6EA970E66ED4}" type="presParOf" srcId="{12952614-078C-4689-9D49-F823F37E72FD}" destId="{FD857BE9-E964-49AC-9EBB-711948506DB3}" srcOrd="5" destOrd="0" presId="urn:microsoft.com/office/officeart/2005/8/layout/default"/>
    <dgm:cxn modelId="{D5B239F5-1A95-4A98-A131-1C3BE50B3903}" type="presParOf" srcId="{12952614-078C-4689-9D49-F823F37E72FD}" destId="{D3ABA85A-B337-4EFE-ADFD-3D3420B89D25}" srcOrd="6" destOrd="0" presId="urn:microsoft.com/office/officeart/2005/8/layout/default"/>
    <dgm:cxn modelId="{BC7CD432-C986-400B-A7E2-00583E5A75D4}" type="presParOf" srcId="{12952614-078C-4689-9D49-F823F37E72FD}" destId="{2240DB1A-3875-4B5C-AC35-355C1228E9E4}" srcOrd="7" destOrd="0" presId="urn:microsoft.com/office/officeart/2005/8/layout/default"/>
    <dgm:cxn modelId="{E484FACB-D17E-4F82-9B99-86DB625AB0FD}" type="presParOf" srcId="{12952614-078C-4689-9D49-F823F37E72FD}" destId="{415BC8C9-07C5-45E9-A914-0D748DB32D2B}" srcOrd="8" destOrd="0" presId="urn:microsoft.com/office/officeart/2005/8/layout/default"/>
    <dgm:cxn modelId="{8B3842A3-4919-492E-960D-DF01CE4EEA79}" type="presParOf" srcId="{12952614-078C-4689-9D49-F823F37E72FD}" destId="{955CAEA1-A376-4A45-BDA7-2CF7C061BDCB}" srcOrd="9" destOrd="0" presId="urn:microsoft.com/office/officeart/2005/8/layout/default"/>
    <dgm:cxn modelId="{1B318110-0F20-41AD-835D-28028F34174B}" type="presParOf" srcId="{12952614-078C-4689-9D49-F823F37E72FD}" destId="{D8C692A8-8ADF-4D43-B413-7491F2340A8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44EE5D-05BE-414A-A5E0-3BEBA2BD8995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89DFF9-2B01-4340-B790-52FFAF7D50F2}">
      <dgm:prSet/>
      <dgm:spPr/>
      <dgm:t>
        <a:bodyPr/>
        <a:lstStyle/>
        <a:p>
          <a:r>
            <a:rPr lang="en-US"/>
            <a:t>Código erróneo: Incidente con referencias duras a AreaOperaciones, AreaSoporte, etc.</a:t>
          </a:r>
        </a:p>
      </dgm:t>
    </dgm:pt>
    <dgm:pt modelId="{F60B0134-876C-45BE-B983-14A026494099}" type="parTrans" cxnId="{0669A887-FDE1-449C-ACB1-BEB0A14623B8}">
      <dgm:prSet/>
      <dgm:spPr/>
      <dgm:t>
        <a:bodyPr/>
        <a:lstStyle/>
        <a:p>
          <a:endParaRPr lang="en-US"/>
        </a:p>
      </dgm:t>
    </dgm:pt>
    <dgm:pt modelId="{49A37AD1-C817-4906-BCDB-3B43BABE10E6}" type="sibTrans" cxnId="{0669A887-FDE1-449C-ACB1-BEB0A14623B8}">
      <dgm:prSet/>
      <dgm:spPr/>
      <dgm:t>
        <a:bodyPr/>
        <a:lstStyle/>
        <a:p>
          <a:endParaRPr lang="en-US"/>
        </a:p>
      </dgm:t>
    </dgm:pt>
    <dgm:pt modelId="{488FAA99-8571-421C-9080-166813C5C1CA}">
      <dgm:prSet/>
      <dgm:spPr/>
      <dgm:t>
        <a:bodyPr/>
        <a:lstStyle/>
        <a:p>
          <a:r>
            <a:rPr lang="en-US"/>
            <a:t>Consecuencias destructivas:</a:t>
          </a:r>
        </a:p>
      </dgm:t>
    </dgm:pt>
    <dgm:pt modelId="{40DDF854-000F-4F0E-913A-376FE7A95007}" type="parTrans" cxnId="{68E7A7AB-2A3E-4F03-95EC-6B939EE0A9D1}">
      <dgm:prSet/>
      <dgm:spPr/>
      <dgm:t>
        <a:bodyPr/>
        <a:lstStyle/>
        <a:p>
          <a:endParaRPr lang="en-US"/>
        </a:p>
      </dgm:t>
    </dgm:pt>
    <dgm:pt modelId="{3609BF4F-5E95-4D1B-AAA7-E017B9FFE8A8}" type="sibTrans" cxnId="{68E7A7AB-2A3E-4F03-95EC-6B939EE0A9D1}">
      <dgm:prSet/>
      <dgm:spPr/>
      <dgm:t>
        <a:bodyPr/>
        <a:lstStyle/>
        <a:p>
          <a:endParaRPr lang="en-US"/>
        </a:p>
      </dgm:t>
    </dgm:pt>
    <dgm:pt modelId="{03759245-3597-4578-B44A-B691B29D5EF4}">
      <dgm:prSet/>
      <dgm:spPr/>
      <dgm:t>
        <a:bodyPr/>
        <a:lstStyle/>
        <a:p>
          <a:r>
            <a:rPr lang="en-US"/>
            <a:t>- Viola el Principio Abierto/Cerrado (OCP).</a:t>
          </a:r>
        </a:p>
      </dgm:t>
    </dgm:pt>
    <dgm:pt modelId="{897121F4-3145-451E-88B8-27DCB476DBD1}" type="parTrans" cxnId="{98F91555-62FB-4409-9603-D21A638EB364}">
      <dgm:prSet/>
      <dgm:spPr/>
      <dgm:t>
        <a:bodyPr/>
        <a:lstStyle/>
        <a:p>
          <a:endParaRPr lang="en-US"/>
        </a:p>
      </dgm:t>
    </dgm:pt>
    <dgm:pt modelId="{6423456C-CBEE-4027-84FD-8FCFB361A6AA}" type="sibTrans" cxnId="{98F91555-62FB-4409-9603-D21A638EB364}">
      <dgm:prSet/>
      <dgm:spPr/>
      <dgm:t>
        <a:bodyPr/>
        <a:lstStyle/>
        <a:p>
          <a:endParaRPr lang="en-US"/>
        </a:p>
      </dgm:t>
    </dgm:pt>
    <dgm:pt modelId="{9F5A3FED-8FC6-4471-B9F3-6E34B9C1B26F}">
      <dgm:prSet/>
      <dgm:spPr/>
      <dgm:t>
        <a:bodyPr/>
        <a:lstStyle/>
        <a:p>
          <a:r>
            <a:rPr lang="en-US"/>
            <a:t>- Agregar una nueva área requiere modificar y recompilar Incidente.</a:t>
          </a:r>
        </a:p>
      </dgm:t>
    </dgm:pt>
    <dgm:pt modelId="{820E8077-1DDD-4B5B-8D2C-E545A795EA06}" type="parTrans" cxnId="{46A384F5-F71E-4B1A-BFC6-4ED0BB013386}">
      <dgm:prSet/>
      <dgm:spPr/>
      <dgm:t>
        <a:bodyPr/>
        <a:lstStyle/>
        <a:p>
          <a:endParaRPr lang="en-US"/>
        </a:p>
      </dgm:t>
    </dgm:pt>
    <dgm:pt modelId="{A2D4788B-C986-4242-BFBD-D17FC5D33FA0}" type="sibTrans" cxnId="{46A384F5-F71E-4B1A-BFC6-4ED0BB013386}">
      <dgm:prSet/>
      <dgm:spPr/>
      <dgm:t>
        <a:bodyPr/>
        <a:lstStyle/>
        <a:p>
          <a:endParaRPr lang="en-US"/>
        </a:p>
      </dgm:t>
    </dgm:pt>
    <dgm:pt modelId="{3213F181-FBD8-4BF6-9108-3D06D9F53633}">
      <dgm:prSet/>
      <dgm:spPr/>
      <dgm:t>
        <a:bodyPr/>
        <a:lstStyle/>
        <a:p>
          <a:r>
            <a:rPr lang="en-US"/>
            <a:t>- Impide conectar o desconectar observadores en tiempo de ejecución.</a:t>
          </a:r>
        </a:p>
      </dgm:t>
    </dgm:pt>
    <dgm:pt modelId="{4B8A8AC2-AE8F-418D-9663-108349F73186}" type="parTrans" cxnId="{5DF06A68-8197-4AB7-AAA2-FB081AB6AC26}">
      <dgm:prSet/>
      <dgm:spPr/>
      <dgm:t>
        <a:bodyPr/>
        <a:lstStyle/>
        <a:p>
          <a:endParaRPr lang="en-US"/>
        </a:p>
      </dgm:t>
    </dgm:pt>
    <dgm:pt modelId="{0C59C65D-3DB9-42E1-989A-B34BCC53EAEF}" type="sibTrans" cxnId="{5DF06A68-8197-4AB7-AAA2-FB081AB6AC26}">
      <dgm:prSet/>
      <dgm:spPr/>
      <dgm:t>
        <a:bodyPr/>
        <a:lstStyle/>
        <a:p>
          <a:endParaRPr lang="en-US"/>
        </a:p>
      </dgm:t>
    </dgm:pt>
    <dgm:pt modelId="{EA1FF5F2-38EB-42EA-A6C7-362C59A90FCD}" type="pres">
      <dgm:prSet presAssocID="{8C44EE5D-05BE-414A-A5E0-3BEBA2BD8995}" presName="diagram" presStyleCnt="0">
        <dgm:presLayoutVars>
          <dgm:dir/>
          <dgm:resizeHandles val="exact"/>
        </dgm:presLayoutVars>
      </dgm:prSet>
      <dgm:spPr/>
    </dgm:pt>
    <dgm:pt modelId="{BCA92824-515A-48EC-BEFF-E1DA48F0C207}" type="pres">
      <dgm:prSet presAssocID="{9389DFF9-2B01-4340-B790-52FFAF7D50F2}" presName="node" presStyleLbl="node1" presStyleIdx="0" presStyleCnt="5">
        <dgm:presLayoutVars>
          <dgm:bulletEnabled val="1"/>
        </dgm:presLayoutVars>
      </dgm:prSet>
      <dgm:spPr/>
    </dgm:pt>
    <dgm:pt modelId="{21E2C53C-BD0F-4FAF-8F66-E87AC84613DE}" type="pres">
      <dgm:prSet presAssocID="{49A37AD1-C817-4906-BCDB-3B43BABE10E6}" presName="sibTrans" presStyleLbl="sibTrans2D1" presStyleIdx="0" presStyleCnt="4"/>
      <dgm:spPr/>
    </dgm:pt>
    <dgm:pt modelId="{BF85DF0E-C662-4806-87CA-931706AA634C}" type="pres">
      <dgm:prSet presAssocID="{49A37AD1-C817-4906-BCDB-3B43BABE10E6}" presName="connectorText" presStyleLbl="sibTrans2D1" presStyleIdx="0" presStyleCnt="4"/>
      <dgm:spPr/>
    </dgm:pt>
    <dgm:pt modelId="{8EA750D8-7276-4E52-BED9-552C147A1D23}" type="pres">
      <dgm:prSet presAssocID="{488FAA99-8571-421C-9080-166813C5C1CA}" presName="node" presStyleLbl="node1" presStyleIdx="1" presStyleCnt="5">
        <dgm:presLayoutVars>
          <dgm:bulletEnabled val="1"/>
        </dgm:presLayoutVars>
      </dgm:prSet>
      <dgm:spPr/>
    </dgm:pt>
    <dgm:pt modelId="{49C466DB-A293-49FE-BF58-838A247F924A}" type="pres">
      <dgm:prSet presAssocID="{3609BF4F-5E95-4D1B-AAA7-E017B9FFE8A8}" presName="sibTrans" presStyleLbl="sibTrans2D1" presStyleIdx="1" presStyleCnt="4"/>
      <dgm:spPr/>
    </dgm:pt>
    <dgm:pt modelId="{710AF1EB-F229-4DD8-A4C5-9589C563BBC7}" type="pres">
      <dgm:prSet presAssocID="{3609BF4F-5E95-4D1B-AAA7-E017B9FFE8A8}" presName="connectorText" presStyleLbl="sibTrans2D1" presStyleIdx="1" presStyleCnt="4"/>
      <dgm:spPr/>
    </dgm:pt>
    <dgm:pt modelId="{3E999CA6-B4EF-40BC-825C-6E07BC39092D}" type="pres">
      <dgm:prSet presAssocID="{03759245-3597-4578-B44A-B691B29D5EF4}" presName="node" presStyleLbl="node1" presStyleIdx="2" presStyleCnt="5">
        <dgm:presLayoutVars>
          <dgm:bulletEnabled val="1"/>
        </dgm:presLayoutVars>
      </dgm:prSet>
      <dgm:spPr/>
    </dgm:pt>
    <dgm:pt modelId="{63A334D3-5835-48B0-AAEC-453869BB2297}" type="pres">
      <dgm:prSet presAssocID="{6423456C-CBEE-4027-84FD-8FCFB361A6AA}" presName="sibTrans" presStyleLbl="sibTrans2D1" presStyleIdx="2" presStyleCnt="4"/>
      <dgm:spPr/>
    </dgm:pt>
    <dgm:pt modelId="{8C8C3FEF-3AF8-4A7E-B2CB-999FFB77CC7E}" type="pres">
      <dgm:prSet presAssocID="{6423456C-CBEE-4027-84FD-8FCFB361A6AA}" presName="connectorText" presStyleLbl="sibTrans2D1" presStyleIdx="2" presStyleCnt="4"/>
      <dgm:spPr/>
    </dgm:pt>
    <dgm:pt modelId="{2A7E4394-6B71-45BE-A5BF-B6747294C78B}" type="pres">
      <dgm:prSet presAssocID="{9F5A3FED-8FC6-4471-B9F3-6E34B9C1B26F}" presName="node" presStyleLbl="node1" presStyleIdx="3" presStyleCnt="5">
        <dgm:presLayoutVars>
          <dgm:bulletEnabled val="1"/>
        </dgm:presLayoutVars>
      </dgm:prSet>
      <dgm:spPr/>
    </dgm:pt>
    <dgm:pt modelId="{18A11392-5FB8-4B7B-9E88-304A93E2E793}" type="pres">
      <dgm:prSet presAssocID="{A2D4788B-C986-4242-BFBD-D17FC5D33FA0}" presName="sibTrans" presStyleLbl="sibTrans2D1" presStyleIdx="3" presStyleCnt="4"/>
      <dgm:spPr/>
    </dgm:pt>
    <dgm:pt modelId="{525D530C-E13A-4670-A27A-607870A8929F}" type="pres">
      <dgm:prSet presAssocID="{A2D4788B-C986-4242-BFBD-D17FC5D33FA0}" presName="connectorText" presStyleLbl="sibTrans2D1" presStyleIdx="3" presStyleCnt="4"/>
      <dgm:spPr/>
    </dgm:pt>
    <dgm:pt modelId="{D6F6523B-EAD2-4085-BB6A-322E5F23BFF6}" type="pres">
      <dgm:prSet presAssocID="{3213F181-FBD8-4BF6-9108-3D06D9F53633}" presName="node" presStyleLbl="node1" presStyleIdx="4" presStyleCnt="5">
        <dgm:presLayoutVars>
          <dgm:bulletEnabled val="1"/>
        </dgm:presLayoutVars>
      </dgm:prSet>
      <dgm:spPr/>
    </dgm:pt>
  </dgm:ptLst>
  <dgm:cxnLst>
    <dgm:cxn modelId="{3EAB1500-5701-409C-96AF-D0949BC9C49E}" type="presOf" srcId="{03759245-3597-4578-B44A-B691B29D5EF4}" destId="{3E999CA6-B4EF-40BC-825C-6E07BC39092D}" srcOrd="0" destOrd="0" presId="urn:microsoft.com/office/officeart/2005/8/layout/process5"/>
    <dgm:cxn modelId="{ED5CE81D-C5DF-44FF-80CB-CBF7C0BF24D9}" type="presOf" srcId="{A2D4788B-C986-4242-BFBD-D17FC5D33FA0}" destId="{18A11392-5FB8-4B7B-9E88-304A93E2E793}" srcOrd="0" destOrd="0" presId="urn:microsoft.com/office/officeart/2005/8/layout/process5"/>
    <dgm:cxn modelId="{5C7AE220-653F-487A-9DC5-69B624CA2518}" type="presOf" srcId="{9F5A3FED-8FC6-4471-B9F3-6E34B9C1B26F}" destId="{2A7E4394-6B71-45BE-A5BF-B6747294C78B}" srcOrd="0" destOrd="0" presId="urn:microsoft.com/office/officeart/2005/8/layout/process5"/>
    <dgm:cxn modelId="{0B5F6537-4222-4F1C-B4DA-CD7C75351386}" type="presOf" srcId="{8C44EE5D-05BE-414A-A5E0-3BEBA2BD8995}" destId="{EA1FF5F2-38EB-42EA-A6C7-362C59A90FCD}" srcOrd="0" destOrd="0" presId="urn:microsoft.com/office/officeart/2005/8/layout/process5"/>
    <dgm:cxn modelId="{B2911B3A-7269-4ADD-BFFB-A017DE321AE7}" type="presOf" srcId="{6423456C-CBEE-4027-84FD-8FCFB361A6AA}" destId="{63A334D3-5835-48B0-AAEC-453869BB2297}" srcOrd="0" destOrd="0" presId="urn:microsoft.com/office/officeart/2005/8/layout/process5"/>
    <dgm:cxn modelId="{D3604E3F-81FA-492A-BB7D-D22B15927BCB}" type="presOf" srcId="{488FAA99-8571-421C-9080-166813C5C1CA}" destId="{8EA750D8-7276-4E52-BED9-552C147A1D23}" srcOrd="0" destOrd="0" presId="urn:microsoft.com/office/officeart/2005/8/layout/process5"/>
    <dgm:cxn modelId="{33782767-D8B7-4750-A2C1-3F5E51A88330}" type="presOf" srcId="{3609BF4F-5E95-4D1B-AAA7-E017B9FFE8A8}" destId="{710AF1EB-F229-4DD8-A4C5-9589C563BBC7}" srcOrd="1" destOrd="0" presId="urn:microsoft.com/office/officeart/2005/8/layout/process5"/>
    <dgm:cxn modelId="{5DF06A68-8197-4AB7-AAA2-FB081AB6AC26}" srcId="{8C44EE5D-05BE-414A-A5E0-3BEBA2BD8995}" destId="{3213F181-FBD8-4BF6-9108-3D06D9F53633}" srcOrd="4" destOrd="0" parTransId="{4B8A8AC2-AE8F-418D-9663-108349F73186}" sibTransId="{0C59C65D-3DB9-42E1-989A-B34BCC53EAEF}"/>
    <dgm:cxn modelId="{7DD2176B-E3F7-468A-9055-FEA29C76D3DA}" type="presOf" srcId="{6423456C-CBEE-4027-84FD-8FCFB361A6AA}" destId="{8C8C3FEF-3AF8-4A7E-B2CB-999FFB77CC7E}" srcOrd="1" destOrd="0" presId="urn:microsoft.com/office/officeart/2005/8/layout/process5"/>
    <dgm:cxn modelId="{98F91555-62FB-4409-9603-D21A638EB364}" srcId="{8C44EE5D-05BE-414A-A5E0-3BEBA2BD8995}" destId="{03759245-3597-4578-B44A-B691B29D5EF4}" srcOrd="2" destOrd="0" parTransId="{897121F4-3145-451E-88B8-27DCB476DBD1}" sibTransId="{6423456C-CBEE-4027-84FD-8FCFB361A6AA}"/>
    <dgm:cxn modelId="{A1EBC677-0002-4454-9147-AC6890B72586}" type="presOf" srcId="{49A37AD1-C817-4906-BCDB-3B43BABE10E6}" destId="{21E2C53C-BD0F-4FAF-8F66-E87AC84613DE}" srcOrd="0" destOrd="0" presId="urn:microsoft.com/office/officeart/2005/8/layout/process5"/>
    <dgm:cxn modelId="{8E349F84-7F9B-44B3-9A3C-EA2A04454FE7}" type="presOf" srcId="{49A37AD1-C817-4906-BCDB-3B43BABE10E6}" destId="{BF85DF0E-C662-4806-87CA-931706AA634C}" srcOrd="1" destOrd="0" presId="urn:microsoft.com/office/officeart/2005/8/layout/process5"/>
    <dgm:cxn modelId="{DD89F686-26B7-405F-830E-A02F14A3440B}" type="presOf" srcId="{9389DFF9-2B01-4340-B790-52FFAF7D50F2}" destId="{BCA92824-515A-48EC-BEFF-E1DA48F0C207}" srcOrd="0" destOrd="0" presId="urn:microsoft.com/office/officeart/2005/8/layout/process5"/>
    <dgm:cxn modelId="{0669A887-FDE1-449C-ACB1-BEB0A14623B8}" srcId="{8C44EE5D-05BE-414A-A5E0-3BEBA2BD8995}" destId="{9389DFF9-2B01-4340-B790-52FFAF7D50F2}" srcOrd="0" destOrd="0" parTransId="{F60B0134-876C-45BE-B983-14A026494099}" sibTransId="{49A37AD1-C817-4906-BCDB-3B43BABE10E6}"/>
    <dgm:cxn modelId="{4D5DA1A9-5FF8-4259-BEFD-E5DAC948A9D8}" type="presOf" srcId="{3213F181-FBD8-4BF6-9108-3D06D9F53633}" destId="{D6F6523B-EAD2-4085-BB6A-322E5F23BFF6}" srcOrd="0" destOrd="0" presId="urn:microsoft.com/office/officeart/2005/8/layout/process5"/>
    <dgm:cxn modelId="{68E7A7AB-2A3E-4F03-95EC-6B939EE0A9D1}" srcId="{8C44EE5D-05BE-414A-A5E0-3BEBA2BD8995}" destId="{488FAA99-8571-421C-9080-166813C5C1CA}" srcOrd="1" destOrd="0" parTransId="{40DDF854-000F-4F0E-913A-376FE7A95007}" sibTransId="{3609BF4F-5E95-4D1B-AAA7-E017B9FFE8A8}"/>
    <dgm:cxn modelId="{46A384F5-F71E-4B1A-BFC6-4ED0BB013386}" srcId="{8C44EE5D-05BE-414A-A5E0-3BEBA2BD8995}" destId="{9F5A3FED-8FC6-4471-B9F3-6E34B9C1B26F}" srcOrd="3" destOrd="0" parTransId="{820E8077-1DDD-4B5B-8D2C-E545A795EA06}" sibTransId="{A2D4788B-C986-4242-BFBD-D17FC5D33FA0}"/>
    <dgm:cxn modelId="{6AD700F8-28BA-449F-83B5-EC7244701814}" type="presOf" srcId="{3609BF4F-5E95-4D1B-AAA7-E017B9FFE8A8}" destId="{49C466DB-A293-49FE-BF58-838A247F924A}" srcOrd="0" destOrd="0" presId="urn:microsoft.com/office/officeart/2005/8/layout/process5"/>
    <dgm:cxn modelId="{C500BEFB-F7E8-43AB-AD7F-83549F8A2A6A}" type="presOf" srcId="{A2D4788B-C986-4242-BFBD-D17FC5D33FA0}" destId="{525D530C-E13A-4670-A27A-607870A8929F}" srcOrd="1" destOrd="0" presId="urn:microsoft.com/office/officeart/2005/8/layout/process5"/>
    <dgm:cxn modelId="{B3483CA4-EBF3-41A3-B311-CF5CC41CC8D5}" type="presParOf" srcId="{EA1FF5F2-38EB-42EA-A6C7-362C59A90FCD}" destId="{BCA92824-515A-48EC-BEFF-E1DA48F0C207}" srcOrd="0" destOrd="0" presId="urn:microsoft.com/office/officeart/2005/8/layout/process5"/>
    <dgm:cxn modelId="{4D729FF5-3B7B-4A7B-9D5F-774E63F548B6}" type="presParOf" srcId="{EA1FF5F2-38EB-42EA-A6C7-362C59A90FCD}" destId="{21E2C53C-BD0F-4FAF-8F66-E87AC84613DE}" srcOrd="1" destOrd="0" presId="urn:microsoft.com/office/officeart/2005/8/layout/process5"/>
    <dgm:cxn modelId="{6F7F66EC-9225-4BAE-B44A-D7AD22A47DBB}" type="presParOf" srcId="{21E2C53C-BD0F-4FAF-8F66-E87AC84613DE}" destId="{BF85DF0E-C662-4806-87CA-931706AA634C}" srcOrd="0" destOrd="0" presId="urn:microsoft.com/office/officeart/2005/8/layout/process5"/>
    <dgm:cxn modelId="{49F504EE-7207-4751-8D55-5DDAF69A9768}" type="presParOf" srcId="{EA1FF5F2-38EB-42EA-A6C7-362C59A90FCD}" destId="{8EA750D8-7276-4E52-BED9-552C147A1D23}" srcOrd="2" destOrd="0" presId="urn:microsoft.com/office/officeart/2005/8/layout/process5"/>
    <dgm:cxn modelId="{62E1CCB8-4CE2-45BC-8025-18D4EEC4FBB9}" type="presParOf" srcId="{EA1FF5F2-38EB-42EA-A6C7-362C59A90FCD}" destId="{49C466DB-A293-49FE-BF58-838A247F924A}" srcOrd="3" destOrd="0" presId="urn:microsoft.com/office/officeart/2005/8/layout/process5"/>
    <dgm:cxn modelId="{019C704A-ED49-4E7C-B0FC-C19017FFF18C}" type="presParOf" srcId="{49C466DB-A293-49FE-BF58-838A247F924A}" destId="{710AF1EB-F229-4DD8-A4C5-9589C563BBC7}" srcOrd="0" destOrd="0" presId="urn:microsoft.com/office/officeart/2005/8/layout/process5"/>
    <dgm:cxn modelId="{280CC23D-53EE-40E7-9B2C-25029902BC81}" type="presParOf" srcId="{EA1FF5F2-38EB-42EA-A6C7-362C59A90FCD}" destId="{3E999CA6-B4EF-40BC-825C-6E07BC39092D}" srcOrd="4" destOrd="0" presId="urn:microsoft.com/office/officeart/2005/8/layout/process5"/>
    <dgm:cxn modelId="{2BF4184A-D210-471B-922E-8208BB0A4A17}" type="presParOf" srcId="{EA1FF5F2-38EB-42EA-A6C7-362C59A90FCD}" destId="{63A334D3-5835-48B0-AAEC-453869BB2297}" srcOrd="5" destOrd="0" presId="urn:microsoft.com/office/officeart/2005/8/layout/process5"/>
    <dgm:cxn modelId="{A5A79533-DDBE-45AC-BF27-1E3CE5E7FA16}" type="presParOf" srcId="{63A334D3-5835-48B0-AAEC-453869BB2297}" destId="{8C8C3FEF-3AF8-4A7E-B2CB-999FFB77CC7E}" srcOrd="0" destOrd="0" presId="urn:microsoft.com/office/officeart/2005/8/layout/process5"/>
    <dgm:cxn modelId="{A8D64747-F836-47F7-A698-3FCB106825A5}" type="presParOf" srcId="{EA1FF5F2-38EB-42EA-A6C7-362C59A90FCD}" destId="{2A7E4394-6B71-45BE-A5BF-B6747294C78B}" srcOrd="6" destOrd="0" presId="urn:microsoft.com/office/officeart/2005/8/layout/process5"/>
    <dgm:cxn modelId="{35662130-0ADD-4801-8B17-4B085499E622}" type="presParOf" srcId="{EA1FF5F2-38EB-42EA-A6C7-362C59A90FCD}" destId="{18A11392-5FB8-4B7B-9E88-304A93E2E793}" srcOrd="7" destOrd="0" presId="urn:microsoft.com/office/officeart/2005/8/layout/process5"/>
    <dgm:cxn modelId="{B81EEAFE-C3AA-48CF-BFBE-EAEC82D3B19A}" type="presParOf" srcId="{18A11392-5FB8-4B7B-9E88-304A93E2E793}" destId="{525D530C-E13A-4670-A27A-607870A8929F}" srcOrd="0" destOrd="0" presId="urn:microsoft.com/office/officeart/2005/8/layout/process5"/>
    <dgm:cxn modelId="{2AE0154E-ACF2-4997-B3B9-6C701F6ACB62}" type="presParOf" srcId="{EA1FF5F2-38EB-42EA-A6C7-362C59A90FCD}" destId="{D6F6523B-EAD2-4085-BB6A-322E5F23BFF6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E61778-B4DF-4E11-91AB-B0794AA7E7DF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1B68010-3FB8-4F20-8584-BC5E0195769E}">
      <dgm:prSet/>
      <dgm:spPr/>
      <dgm:t>
        <a:bodyPr/>
        <a:lstStyle/>
        <a:p>
          <a:r>
            <a:rPr lang="en-US"/>
            <a:t>Requerimiento: Gerencia sólo actúa ante severidad Crítica.</a:t>
          </a:r>
        </a:p>
      </dgm:t>
    </dgm:pt>
    <dgm:pt modelId="{A06853B3-451E-4457-8F97-04214E4BF5D8}" type="parTrans" cxnId="{433F65CD-7700-496A-81D0-CC00CA48DE12}">
      <dgm:prSet/>
      <dgm:spPr/>
      <dgm:t>
        <a:bodyPr/>
        <a:lstStyle/>
        <a:p>
          <a:endParaRPr lang="en-US"/>
        </a:p>
      </dgm:t>
    </dgm:pt>
    <dgm:pt modelId="{6CBC7114-B3A9-490A-BB94-55284B719DC6}" type="sibTrans" cxnId="{433F65CD-7700-496A-81D0-CC00CA48DE12}">
      <dgm:prSet/>
      <dgm:spPr/>
      <dgm:t>
        <a:bodyPr/>
        <a:lstStyle/>
        <a:p>
          <a:endParaRPr lang="en-US"/>
        </a:p>
      </dgm:t>
    </dgm:pt>
    <dgm:pt modelId="{2406A697-4C0F-45AE-B6C1-BA8F9CC9F953}">
      <dgm:prSet/>
      <dgm:spPr/>
      <dgm:t>
        <a:bodyPr/>
        <a:lstStyle/>
        <a:p>
          <a:r>
            <a:rPr lang="en-US"/>
            <a:t>Error en parcial: Poner un 'if (obs is AreaGerencia)' dentro del Incidente.</a:t>
          </a:r>
        </a:p>
      </dgm:t>
    </dgm:pt>
    <dgm:pt modelId="{C98BE04E-4D06-48D0-BE08-B1151821B74E}" type="parTrans" cxnId="{2BFB70BF-E02E-4CEB-9EC9-C51536A06660}">
      <dgm:prSet/>
      <dgm:spPr/>
      <dgm:t>
        <a:bodyPr/>
        <a:lstStyle/>
        <a:p>
          <a:endParaRPr lang="en-US"/>
        </a:p>
      </dgm:t>
    </dgm:pt>
    <dgm:pt modelId="{41888B9F-D9C8-4A9F-AE1E-2279473C641E}" type="sibTrans" cxnId="{2BFB70BF-E02E-4CEB-9EC9-C51536A06660}">
      <dgm:prSet/>
      <dgm:spPr/>
      <dgm:t>
        <a:bodyPr/>
        <a:lstStyle/>
        <a:p>
          <a:endParaRPr lang="en-US"/>
        </a:p>
      </dgm:t>
    </dgm:pt>
    <dgm:pt modelId="{C89F2ECC-1652-4F22-8776-5E1F81C89481}">
      <dgm:prSet/>
      <dgm:spPr/>
      <dgm:t>
        <a:bodyPr/>
        <a:lstStyle/>
        <a:p>
          <a:r>
            <a:rPr lang="en-US"/>
            <a:t>Solución canónica:</a:t>
          </a:r>
        </a:p>
      </dgm:t>
    </dgm:pt>
    <dgm:pt modelId="{312187FE-6E17-4C47-97D2-599E3911A7BC}" type="parTrans" cxnId="{14C66B2E-D67E-43EF-BD3C-AA075CE96633}">
      <dgm:prSet/>
      <dgm:spPr/>
      <dgm:t>
        <a:bodyPr/>
        <a:lstStyle/>
        <a:p>
          <a:endParaRPr lang="en-US"/>
        </a:p>
      </dgm:t>
    </dgm:pt>
    <dgm:pt modelId="{40100FA6-0BB1-4538-BEE4-250F16DB357B}" type="sibTrans" cxnId="{14C66B2E-D67E-43EF-BD3C-AA075CE96633}">
      <dgm:prSet/>
      <dgm:spPr/>
      <dgm:t>
        <a:bodyPr/>
        <a:lstStyle/>
        <a:p>
          <a:endParaRPr lang="en-US"/>
        </a:p>
      </dgm:t>
    </dgm:pt>
    <dgm:pt modelId="{9D538A75-6D60-4403-A108-19EA4C9E566D}">
      <dgm:prSet/>
      <dgm:spPr/>
      <dgm:t>
        <a:bodyPr/>
        <a:lstStyle/>
        <a:p>
          <a:r>
            <a:rPr lang="en-US"/>
            <a:t>- El Sujeto notifica a todos por igual.</a:t>
          </a:r>
        </a:p>
      </dgm:t>
    </dgm:pt>
    <dgm:pt modelId="{2004EFBA-2DE9-450D-841A-FEB1720DDF6B}" type="parTrans" cxnId="{A8B77F9F-166D-428C-8F4F-56F09A747820}">
      <dgm:prSet/>
      <dgm:spPr/>
      <dgm:t>
        <a:bodyPr/>
        <a:lstStyle/>
        <a:p>
          <a:endParaRPr lang="en-US"/>
        </a:p>
      </dgm:t>
    </dgm:pt>
    <dgm:pt modelId="{46464B4C-B082-4A0D-BDA2-353E4DFEB1C6}" type="sibTrans" cxnId="{A8B77F9F-166D-428C-8F4F-56F09A747820}">
      <dgm:prSet/>
      <dgm:spPr/>
      <dgm:t>
        <a:bodyPr/>
        <a:lstStyle/>
        <a:p>
          <a:endParaRPr lang="en-US"/>
        </a:p>
      </dgm:t>
    </dgm:pt>
    <dgm:pt modelId="{301F3643-8261-41EA-9731-6F1368AD9100}">
      <dgm:prSet/>
      <dgm:spPr/>
      <dgm:t>
        <a:bodyPr/>
        <a:lstStyle/>
        <a:p>
          <a:r>
            <a:rPr lang="en-US"/>
            <a:t>- AreaGerencia evalúa la condición dentro de su propio método Actualizar().</a:t>
          </a:r>
        </a:p>
      </dgm:t>
    </dgm:pt>
    <dgm:pt modelId="{BEDF900F-B839-4722-8F0E-7D6080CE060E}" type="parTrans" cxnId="{430EA1FF-B77F-4398-9AA7-D9EADA20106D}">
      <dgm:prSet/>
      <dgm:spPr/>
      <dgm:t>
        <a:bodyPr/>
        <a:lstStyle/>
        <a:p>
          <a:endParaRPr lang="en-US"/>
        </a:p>
      </dgm:t>
    </dgm:pt>
    <dgm:pt modelId="{FFB86EAC-2A90-4544-9325-099C03FE4ACC}" type="sibTrans" cxnId="{430EA1FF-B77F-4398-9AA7-D9EADA20106D}">
      <dgm:prSet/>
      <dgm:spPr/>
      <dgm:t>
        <a:bodyPr/>
        <a:lstStyle/>
        <a:p>
          <a:endParaRPr lang="en-US"/>
        </a:p>
      </dgm:t>
    </dgm:pt>
    <dgm:pt modelId="{770A73CC-D39F-40F9-80B7-23CABE9B49AC}" type="pres">
      <dgm:prSet presAssocID="{CDE61778-B4DF-4E11-91AB-B0794AA7E7DF}" presName="diagram" presStyleCnt="0">
        <dgm:presLayoutVars>
          <dgm:dir/>
          <dgm:resizeHandles val="exact"/>
        </dgm:presLayoutVars>
      </dgm:prSet>
      <dgm:spPr/>
    </dgm:pt>
    <dgm:pt modelId="{24A95F72-4FEB-4114-A42E-71CD48113988}" type="pres">
      <dgm:prSet presAssocID="{81B68010-3FB8-4F20-8584-BC5E0195769E}" presName="node" presStyleLbl="node1" presStyleIdx="0" presStyleCnt="5">
        <dgm:presLayoutVars>
          <dgm:bulletEnabled val="1"/>
        </dgm:presLayoutVars>
      </dgm:prSet>
      <dgm:spPr/>
    </dgm:pt>
    <dgm:pt modelId="{EA51F0E4-C367-41A4-AA6F-777CF84DA800}" type="pres">
      <dgm:prSet presAssocID="{6CBC7114-B3A9-490A-BB94-55284B719DC6}" presName="sibTrans" presStyleLbl="sibTrans2D1" presStyleIdx="0" presStyleCnt="4"/>
      <dgm:spPr/>
    </dgm:pt>
    <dgm:pt modelId="{6BB1552B-355E-40E0-AD95-7AAA86E9870A}" type="pres">
      <dgm:prSet presAssocID="{6CBC7114-B3A9-490A-BB94-55284B719DC6}" presName="connectorText" presStyleLbl="sibTrans2D1" presStyleIdx="0" presStyleCnt="4"/>
      <dgm:spPr/>
    </dgm:pt>
    <dgm:pt modelId="{EA4E0FA5-E627-4F49-B8DE-B27546F209AA}" type="pres">
      <dgm:prSet presAssocID="{2406A697-4C0F-45AE-B6C1-BA8F9CC9F953}" presName="node" presStyleLbl="node1" presStyleIdx="1" presStyleCnt="5">
        <dgm:presLayoutVars>
          <dgm:bulletEnabled val="1"/>
        </dgm:presLayoutVars>
      </dgm:prSet>
      <dgm:spPr/>
    </dgm:pt>
    <dgm:pt modelId="{E57A49A4-C421-40DD-BE47-8AB299D803F8}" type="pres">
      <dgm:prSet presAssocID="{41888B9F-D9C8-4A9F-AE1E-2279473C641E}" presName="sibTrans" presStyleLbl="sibTrans2D1" presStyleIdx="1" presStyleCnt="4"/>
      <dgm:spPr/>
    </dgm:pt>
    <dgm:pt modelId="{4C9E3671-C2B0-4FBA-9012-8BB437CD000A}" type="pres">
      <dgm:prSet presAssocID="{41888B9F-D9C8-4A9F-AE1E-2279473C641E}" presName="connectorText" presStyleLbl="sibTrans2D1" presStyleIdx="1" presStyleCnt="4"/>
      <dgm:spPr/>
    </dgm:pt>
    <dgm:pt modelId="{882944E9-5907-4481-866C-6928D12D889F}" type="pres">
      <dgm:prSet presAssocID="{C89F2ECC-1652-4F22-8776-5E1F81C89481}" presName="node" presStyleLbl="node1" presStyleIdx="2" presStyleCnt="5">
        <dgm:presLayoutVars>
          <dgm:bulletEnabled val="1"/>
        </dgm:presLayoutVars>
      </dgm:prSet>
      <dgm:spPr/>
    </dgm:pt>
    <dgm:pt modelId="{4037C6B9-C277-465A-8900-6D1ECEFAB113}" type="pres">
      <dgm:prSet presAssocID="{40100FA6-0BB1-4538-BEE4-250F16DB357B}" presName="sibTrans" presStyleLbl="sibTrans2D1" presStyleIdx="2" presStyleCnt="4"/>
      <dgm:spPr/>
    </dgm:pt>
    <dgm:pt modelId="{3FF2D328-DDEB-4000-A905-539E6EF1D1A8}" type="pres">
      <dgm:prSet presAssocID="{40100FA6-0BB1-4538-BEE4-250F16DB357B}" presName="connectorText" presStyleLbl="sibTrans2D1" presStyleIdx="2" presStyleCnt="4"/>
      <dgm:spPr/>
    </dgm:pt>
    <dgm:pt modelId="{D91FAA19-213A-4838-9A45-A65AADCBCF5C}" type="pres">
      <dgm:prSet presAssocID="{9D538A75-6D60-4403-A108-19EA4C9E566D}" presName="node" presStyleLbl="node1" presStyleIdx="3" presStyleCnt="5">
        <dgm:presLayoutVars>
          <dgm:bulletEnabled val="1"/>
        </dgm:presLayoutVars>
      </dgm:prSet>
      <dgm:spPr/>
    </dgm:pt>
    <dgm:pt modelId="{8EF5C79D-8CFF-455F-A56C-AB6270ACE95E}" type="pres">
      <dgm:prSet presAssocID="{46464B4C-B082-4A0D-BDA2-353E4DFEB1C6}" presName="sibTrans" presStyleLbl="sibTrans2D1" presStyleIdx="3" presStyleCnt="4"/>
      <dgm:spPr/>
    </dgm:pt>
    <dgm:pt modelId="{6BEB680B-DB4B-4A27-9033-FD6687F06047}" type="pres">
      <dgm:prSet presAssocID="{46464B4C-B082-4A0D-BDA2-353E4DFEB1C6}" presName="connectorText" presStyleLbl="sibTrans2D1" presStyleIdx="3" presStyleCnt="4"/>
      <dgm:spPr/>
    </dgm:pt>
    <dgm:pt modelId="{24E22C88-5B6A-4EAE-A35E-D8438DE1882D}" type="pres">
      <dgm:prSet presAssocID="{301F3643-8261-41EA-9731-6F1368AD9100}" presName="node" presStyleLbl="node1" presStyleIdx="4" presStyleCnt="5">
        <dgm:presLayoutVars>
          <dgm:bulletEnabled val="1"/>
        </dgm:presLayoutVars>
      </dgm:prSet>
      <dgm:spPr/>
    </dgm:pt>
  </dgm:ptLst>
  <dgm:cxnLst>
    <dgm:cxn modelId="{06EB2D0B-B781-414E-B9B2-C6C0C1A8F48A}" type="presOf" srcId="{40100FA6-0BB1-4538-BEE4-250F16DB357B}" destId="{3FF2D328-DDEB-4000-A905-539E6EF1D1A8}" srcOrd="1" destOrd="0" presId="urn:microsoft.com/office/officeart/2005/8/layout/process5"/>
    <dgm:cxn modelId="{EC03B40E-0A5E-4C6B-9395-7A0ED4A7E013}" type="presOf" srcId="{301F3643-8261-41EA-9731-6F1368AD9100}" destId="{24E22C88-5B6A-4EAE-A35E-D8438DE1882D}" srcOrd="0" destOrd="0" presId="urn:microsoft.com/office/officeart/2005/8/layout/process5"/>
    <dgm:cxn modelId="{14C66B2E-D67E-43EF-BD3C-AA075CE96633}" srcId="{CDE61778-B4DF-4E11-91AB-B0794AA7E7DF}" destId="{C89F2ECC-1652-4F22-8776-5E1F81C89481}" srcOrd="2" destOrd="0" parTransId="{312187FE-6E17-4C47-97D2-599E3911A7BC}" sibTransId="{40100FA6-0BB1-4538-BEE4-250F16DB357B}"/>
    <dgm:cxn modelId="{1683BC33-4BF4-44F7-AAF7-842E51E6A24E}" type="presOf" srcId="{C89F2ECC-1652-4F22-8776-5E1F81C89481}" destId="{882944E9-5907-4481-866C-6928D12D889F}" srcOrd="0" destOrd="0" presId="urn:microsoft.com/office/officeart/2005/8/layout/process5"/>
    <dgm:cxn modelId="{271E994A-1304-4274-88CA-7374510FA8AE}" type="presOf" srcId="{6CBC7114-B3A9-490A-BB94-55284B719DC6}" destId="{EA51F0E4-C367-41A4-AA6F-777CF84DA800}" srcOrd="0" destOrd="0" presId="urn:microsoft.com/office/officeart/2005/8/layout/process5"/>
    <dgm:cxn modelId="{5443346C-D9B5-40E7-B0BE-60F20490FF67}" type="presOf" srcId="{46464B4C-B082-4A0D-BDA2-353E4DFEB1C6}" destId="{6BEB680B-DB4B-4A27-9033-FD6687F06047}" srcOrd="1" destOrd="0" presId="urn:microsoft.com/office/officeart/2005/8/layout/process5"/>
    <dgm:cxn modelId="{0D4BC254-F315-47AD-A63A-26AB5BD83B93}" type="presOf" srcId="{9D538A75-6D60-4403-A108-19EA4C9E566D}" destId="{D91FAA19-213A-4838-9A45-A65AADCBCF5C}" srcOrd="0" destOrd="0" presId="urn:microsoft.com/office/officeart/2005/8/layout/process5"/>
    <dgm:cxn modelId="{D400FE8C-CFC2-45E5-A94C-56B6DE422550}" type="presOf" srcId="{81B68010-3FB8-4F20-8584-BC5E0195769E}" destId="{24A95F72-4FEB-4114-A42E-71CD48113988}" srcOrd="0" destOrd="0" presId="urn:microsoft.com/office/officeart/2005/8/layout/process5"/>
    <dgm:cxn modelId="{A8B77F9F-166D-428C-8F4F-56F09A747820}" srcId="{CDE61778-B4DF-4E11-91AB-B0794AA7E7DF}" destId="{9D538A75-6D60-4403-A108-19EA4C9E566D}" srcOrd="3" destOrd="0" parTransId="{2004EFBA-2DE9-450D-841A-FEB1720DDF6B}" sibTransId="{46464B4C-B082-4A0D-BDA2-353E4DFEB1C6}"/>
    <dgm:cxn modelId="{7866F6AD-12BD-42AC-874F-9264B48ED126}" type="presOf" srcId="{CDE61778-B4DF-4E11-91AB-B0794AA7E7DF}" destId="{770A73CC-D39F-40F9-80B7-23CABE9B49AC}" srcOrd="0" destOrd="0" presId="urn:microsoft.com/office/officeart/2005/8/layout/process5"/>
    <dgm:cxn modelId="{2BFB70BF-E02E-4CEB-9EC9-C51536A06660}" srcId="{CDE61778-B4DF-4E11-91AB-B0794AA7E7DF}" destId="{2406A697-4C0F-45AE-B6C1-BA8F9CC9F953}" srcOrd="1" destOrd="0" parTransId="{C98BE04E-4D06-48D0-BE08-B1151821B74E}" sibTransId="{41888B9F-D9C8-4A9F-AE1E-2279473C641E}"/>
    <dgm:cxn modelId="{0C0C45C0-1BF3-465B-97D3-78AF66D8A4B3}" type="presOf" srcId="{41888B9F-D9C8-4A9F-AE1E-2279473C641E}" destId="{E57A49A4-C421-40DD-BE47-8AB299D803F8}" srcOrd="0" destOrd="0" presId="urn:microsoft.com/office/officeart/2005/8/layout/process5"/>
    <dgm:cxn modelId="{E1CFE5C5-2DFA-4993-B346-D20C517DB5C9}" type="presOf" srcId="{46464B4C-B082-4A0D-BDA2-353E4DFEB1C6}" destId="{8EF5C79D-8CFF-455F-A56C-AB6270ACE95E}" srcOrd="0" destOrd="0" presId="urn:microsoft.com/office/officeart/2005/8/layout/process5"/>
    <dgm:cxn modelId="{433F65CD-7700-496A-81D0-CC00CA48DE12}" srcId="{CDE61778-B4DF-4E11-91AB-B0794AA7E7DF}" destId="{81B68010-3FB8-4F20-8584-BC5E0195769E}" srcOrd="0" destOrd="0" parTransId="{A06853B3-451E-4457-8F97-04214E4BF5D8}" sibTransId="{6CBC7114-B3A9-490A-BB94-55284B719DC6}"/>
    <dgm:cxn modelId="{DED784D4-EA9B-48A0-AC9A-E523F97B81DD}" type="presOf" srcId="{41888B9F-D9C8-4A9F-AE1E-2279473C641E}" destId="{4C9E3671-C2B0-4FBA-9012-8BB437CD000A}" srcOrd="1" destOrd="0" presId="urn:microsoft.com/office/officeart/2005/8/layout/process5"/>
    <dgm:cxn modelId="{228C79F0-E409-4796-B575-F39560B9E03C}" type="presOf" srcId="{40100FA6-0BB1-4538-BEE4-250F16DB357B}" destId="{4037C6B9-C277-465A-8900-6D1ECEFAB113}" srcOrd="0" destOrd="0" presId="urn:microsoft.com/office/officeart/2005/8/layout/process5"/>
    <dgm:cxn modelId="{AA9040F1-3BDF-4B1F-9A2B-141BB884E3D7}" type="presOf" srcId="{6CBC7114-B3A9-490A-BB94-55284B719DC6}" destId="{6BB1552B-355E-40E0-AD95-7AAA86E9870A}" srcOrd="1" destOrd="0" presId="urn:microsoft.com/office/officeart/2005/8/layout/process5"/>
    <dgm:cxn modelId="{B34487F3-AC19-4951-9517-302A01C3188E}" type="presOf" srcId="{2406A697-4C0F-45AE-B6C1-BA8F9CC9F953}" destId="{EA4E0FA5-E627-4F49-B8DE-B27546F209AA}" srcOrd="0" destOrd="0" presId="urn:microsoft.com/office/officeart/2005/8/layout/process5"/>
    <dgm:cxn modelId="{430EA1FF-B77F-4398-9AA7-D9EADA20106D}" srcId="{CDE61778-B4DF-4E11-91AB-B0794AA7E7DF}" destId="{301F3643-8261-41EA-9731-6F1368AD9100}" srcOrd="4" destOrd="0" parTransId="{BEDF900F-B839-4722-8F0E-7D6080CE060E}" sibTransId="{FFB86EAC-2A90-4544-9325-099C03FE4ACC}"/>
    <dgm:cxn modelId="{A66FEF1F-E4DD-4A58-B2AC-67605953D97A}" type="presParOf" srcId="{770A73CC-D39F-40F9-80B7-23CABE9B49AC}" destId="{24A95F72-4FEB-4114-A42E-71CD48113988}" srcOrd="0" destOrd="0" presId="urn:microsoft.com/office/officeart/2005/8/layout/process5"/>
    <dgm:cxn modelId="{EF39BA16-7E73-42A7-B835-256CD5B1FA59}" type="presParOf" srcId="{770A73CC-D39F-40F9-80B7-23CABE9B49AC}" destId="{EA51F0E4-C367-41A4-AA6F-777CF84DA800}" srcOrd="1" destOrd="0" presId="urn:microsoft.com/office/officeart/2005/8/layout/process5"/>
    <dgm:cxn modelId="{0ECC6824-977F-46C3-B66D-D7DE1E15A5A6}" type="presParOf" srcId="{EA51F0E4-C367-41A4-AA6F-777CF84DA800}" destId="{6BB1552B-355E-40E0-AD95-7AAA86E9870A}" srcOrd="0" destOrd="0" presId="urn:microsoft.com/office/officeart/2005/8/layout/process5"/>
    <dgm:cxn modelId="{49D8B0A4-5DA7-4CC4-89BA-9A8EED37EFC7}" type="presParOf" srcId="{770A73CC-D39F-40F9-80B7-23CABE9B49AC}" destId="{EA4E0FA5-E627-4F49-B8DE-B27546F209AA}" srcOrd="2" destOrd="0" presId="urn:microsoft.com/office/officeart/2005/8/layout/process5"/>
    <dgm:cxn modelId="{61874D13-8976-4ACB-AB31-F1978C3218BB}" type="presParOf" srcId="{770A73CC-D39F-40F9-80B7-23CABE9B49AC}" destId="{E57A49A4-C421-40DD-BE47-8AB299D803F8}" srcOrd="3" destOrd="0" presId="urn:microsoft.com/office/officeart/2005/8/layout/process5"/>
    <dgm:cxn modelId="{970E168C-73E6-4BE5-81C7-153FB4450241}" type="presParOf" srcId="{E57A49A4-C421-40DD-BE47-8AB299D803F8}" destId="{4C9E3671-C2B0-4FBA-9012-8BB437CD000A}" srcOrd="0" destOrd="0" presId="urn:microsoft.com/office/officeart/2005/8/layout/process5"/>
    <dgm:cxn modelId="{F348B330-C9EE-4F5A-969F-8492863FCA5F}" type="presParOf" srcId="{770A73CC-D39F-40F9-80B7-23CABE9B49AC}" destId="{882944E9-5907-4481-866C-6928D12D889F}" srcOrd="4" destOrd="0" presId="urn:microsoft.com/office/officeart/2005/8/layout/process5"/>
    <dgm:cxn modelId="{CAF477E5-DC7A-4686-852E-8F75E4A83078}" type="presParOf" srcId="{770A73CC-D39F-40F9-80B7-23CABE9B49AC}" destId="{4037C6B9-C277-465A-8900-6D1ECEFAB113}" srcOrd="5" destOrd="0" presId="urn:microsoft.com/office/officeart/2005/8/layout/process5"/>
    <dgm:cxn modelId="{B7C5468B-B464-4876-9AE0-68524964B73F}" type="presParOf" srcId="{4037C6B9-C277-465A-8900-6D1ECEFAB113}" destId="{3FF2D328-DDEB-4000-A905-539E6EF1D1A8}" srcOrd="0" destOrd="0" presId="urn:microsoft.com/office/officeart/2005/8/layout/process5"/>
    <dgm:cxn modelId="{2A362C21-E422-491D-A467-9AE6FF1FFF6D}" type="presParOf" srcId="{770A73CC-D39F-40F9-80B7-23CABE9B49AC}" destId="{D91FAA19-213A-4838-9A45-A65AADCBCF5C}" srcOrd="6" destOrd="0" presId="urn:microsoft.com/office/officeart/2005/8/layout/process5"/>
    <dgm:cxn modelId="{3CAA3ECA-8907-4E39-A647-6811EC2F61F6}" type="presParOf" srcId="{770A73CC-D39F-40F9-80B7-23CABE9B49AC}" destId="{8EF5C79D-8CFF-455F-A56C-AB6270ACE95E}" srcOrd="7" destOrd="0" presId="urn:microsoft.com/office/officeart/2005/8/layout/process5"/>
    <dgm:cxn modelId="{B41639D4-0EB9-4D7D-90BE-6ED57DB00DB4}" type="presParOf" srcId="{8EF5C79D-8CFF-455F-A56C-AB6270ACE95E}" destId="{6BEB680B-DB4B-4A27-9033-FD6687F06047}" srcOrd="0" destOrd="0" presId="urn:microsoft.com/office/officeart/2005/8/layout/process5"/>
    <dgm:cxn modelId="{12861F9A-6EF9-4A57-BA6D-34A1413A47CD}" type="presParOf" srcId="{770A73CC-D39F-40F9-80B7-23CABE9B49AC}" destId="{24E22C88-5B6A-4EAE-A35E-D8438DE1882D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FEA2BF-C135-4821-93FD-DFE2EDCCD63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B319553-0F88-49BF-98F9-934D262CE4D9}">
      <dgm:prSet/>
      <dgm:spPr/>
      <dgm:t>
        <a:bodyPr/>
        <a:lstStyle/>
        <a:p>
          <a:r>
            <a:rPr lang="en-US"/>
            <a:t>public void ModificarSeveridad(NivelSeveridad nueva) {</a:t>
          </a:r>
        </a:p>
      </dgm:t>
    </dgm:pt>
    <dgm:pt modelId="{AE4464D0-B644-4194-940C-36EA797EA234}" type="parTrans" cxnId="{04001218-2BBB-45F2-8363-ECAACDCDA096}">
      <dgm:prSet/>
      <dgm:spPr/>
      <dgm:t>
        <a:bodyPr/>
        <a:lstStyle/>
        <a:p>
          <a:endParaRPr lang="en-US"/>
        </a:p>
      </dgm:t>
    </dgm:pt>
    <dgm:pt modelId="{1EAFFA40-2206-4E7F-851F-20AF5E843ACD}" type="sibTrans" cxnId="{04001218-2BBB-45F2-8363-ECAACDCDA096}">
      <dgm:prSet/>
      <dgm:spPr/>
      <dgm:t>
        <a:bodyPr/>
        <a:lstStyle/>
        <a:p>
          <a:endParaRPr lang="en-US"/>
        </a:p>
      </dgm:t>
    </dgm:pt>
    <dgm:pt modelId="{8058BAD2-A016-4A0D-B87A-5632CA4CB1D8}">
      <dgm:prSet/>
      <dgm:spPr/>
      <dgm:t>
        <a:bodyPr/>
        <a:lstStyle/>
        <a:p>
          <a:r>
            <a:rPr lang="en-US"/>
            <a:t>if (Severidad != nueva) {</a:t>
          </a:r>
        </a:p>
      </dgm:t>
    </dgm:pt>
    <dgm:pt modelId="{11008FE4-7405-4149-8A09-5ACA358EAC6E}" type="parTrans" cxnId="{9653FFA9-C767-41B1-BC30-85638B8F6EC1}">
      <dgm:prSet/>
      <dgm:spPr/>
      <dgm:t>
        <a:bodyPr/>
        <a:lstStyle/>
        <a:p>
          <a:endParaRPr lang="en-US"/>
        </a:p>
      </dgm:t>
    </dgm:pt>
    <dgm:pt modelId="{D7D3D623-4307-4ADE-8C89-A558FA38B43E}" type="sibTrans" cxnId="{9653FFA9-C767-41B1-BC30-85638B8F6EC1}">
      <dgm:prSet/>
      <dgm:spPr/>
      <dgm:t>
        <a:bodyPr/>
        <a:lstStyle/>
        <a:p>
          <a:endParaRPr lang="en-US"/>
        </a:p>
      </dgm:t>
    </dgm:pt>
    <dgm:pt modelId="{5A2EBCF0-638C-4017-8A37-CE4834A30B81}">
      <dgm:prSet/>
      <dgm:spPr/>
      <dgm:t>
        <a:bodyPr/>
        <a:lstStyle/>
        <a:p>
          <a:r>
            <a:rPr lang="en-US"/>
            <a:t>Severidad = nueva;</a:t>
          </a:r>
        </a:p>
      </dgm:t>
    </dgm:pt>
    <dgm:pt modelId="{BA92E9D3-1EB7-49FC-9C78-D7C698DC59D5}" type="parTrans" cxnId="{3AE69F2F-7576-4AF0-A10D-CFE63B69579D}">
      <dgm:prSet/>
      <dgm:spPr/>
      <dgm:t>
        <a:bodyPr/>
        <a:lstStyle/>
        <a:p>
          <a:endParaRPr lang="en-US"/>
        </a:p>
      </dgm:t>
    </dgm:pt>
    <dgm:pt modelId="{8F47A4A7-4852-443F-A9EB-55D74250F856}" type="sibTrans" cxnId="{3AE69F2F-7576-4AF0-A10D-CFE63B69579D}">
      <dgm:prSet/>
      <dgm:spPr/>
      <dgm:t>
        <a:bodyPr/>
        <a:lstStyle/>
        <a:p>
          <a:endParaRPr lang="en-US"/>
        </a:p>
      </dgm:t>
    </dgm:pt>
    <dgm:pt modelId="{2D5E2770-F307-4D1C-9DE9-E29DB9C29274}">
      <dgm:prSet/>
      <dgm:spPr/>
      <dgm:t>
        <a:bodyPr/>
        <a:lstStyle/>
        <a:p>
          <a:r>
            <a:rPr lang="en-US"/>
            <a:t>Notificar(); // Disparo automático y encapsulado</a:t>
          </a:r>
        </a:p>
      </dgm:t>
    </dgm:pt>
    <dgm:pt modelId="{6619076E-02C3-4E3B-A81A-504154288516}" type="parTrans" cxnId="{A6901E11-0B0A-4E36-B565-F8D354F721CF}">
      <dgm:prSet/>
      <dgm:spPr/>
      <dgm:t>
        <a:bodyPr/>
        <a:lstStyle/>
        <a:p>
          <a:endParaRPr lang="en-US"/>
        </a:p>
      </dgm:t>
    </dgm:pt>
    <dgm:pt modelId="{B4C6F120-6187-457C-8A38-DBD458C2B92D}" type="sibTrans" cxnId="{A6901E11-0B0A-4E36-B565-F8D354F721CF}">
      <dgm:prSet/>
      <dgm:spPr/>
      <dgm:t>
        <a:bodyPr/>
        <a:lstStyle/>
        <a:p>
          <a:endParaRPr lang="en-US"/>
        </a:p>
      </dgm:t>
    </dgm:pt>
    <dgm:pt modelId="{7E52D9CB-3AA1-4D75-84B8-F661141557D8}">
      <dgm:prSet/>
      <dgm:spPr/>
      <dgm:t>
        <a:bodyPr/>
        <a:lstStyle/>
        <a:p>
          <a:r>
            <a:rPr lang="en-US"/>
            <a:t>}</a:t>
          </a:r>
        </a:p>
      </dgm:t>
    </dgm:pt>
    <dgm:pt modelId="{66772047-B505-4199-B165-E74F4B7AAF7C}" type="parTrans" cxnId="{5943F22E-D689-4907-AE82-4938DA7CA7D3}">
      <dgm:prSet/>
      <dgm:spPr/>
      <dgm:t>
        <a:bodyPr/>
        <a:lstStyle/>
        <a:p>
          <a:endParaRPr lang="en-US"/>
        </a:p>
      </dgm:t>
    </dgm:pt>
    <dgm:pt modelId="{B12F5BBD-7471-42C4-9610-18FB7BE9FDAF}" type="sibTrans" cxnId="{5943F22E-D689-4907-AE82-4938DA7CA7D3}">
      <dgm:prSet/>
      <dgm:spPr/>
      <dgm:t>
        <a:bodyPr/>
        <a:lstStyle/>
        <a:p>
          <a:endParaRPr lang="en-US"/>
        </a:p>
      </dgm:t>
    </dgm:pt>
    <dgm:pt modelId="{558992EA-EF7A-4D89-A6F1-AFB9F04D7C84}">
      <dgm:prSet/>
      <dgm:spPr/>
      <dgm:t>
        <a:bodyPr/>
        <a:lstStyle/>
        <a:p>
          <a:r>
            <a:rPr lang="en-US"/>
            <a:t>}</a:t>
          </a:r>
        </a:p>
      </dgm:t>
    </dgm:pt>
    <dgm:pt modelId="{EE0A4420-B216-4BA3-AA9A-2884D987B54B}" type="parTrans" cxnId="{9D0B7129-A4F7-407F-AC10-3ABB4DBCA650}">
      <dgm:prSet/>
      <dgm:spPr/>
      <dgm:t>
        <a:bodyPr/>
        <a:lstStyle/>
        <a:p>
          <a:endParaRPr lang="en-US"/>
        </a:p>
      </dgm:t>
    </dgm:pt>
    <dgm:pt modelId="{FBF56830-1FED-4E8F-A84D-FBF6CC35A14E}" type="sibTrans" cxnId="{9D0B7129-A4F7-407F-AC10-3ABB4DBCA650}">
      <dgm:prSet/>
      <dgm:spPr/>
      <dgm:t>
        <a:bodyPr/>
        <a:lstStyle/>
        <a:p>
          <a:endParaRPr lang="en-US"/>
        </a:p>
      </dgm:t>
    </dgm:pt>
    <dgm:pt modelId="{83098DD9-A53B-4463-8DF1-64854ACCAECB}">
      <dgm:prSet/>
      <dgm:spPr/>
      <dgm:t>
        <a:bodyPr/>
        <a:lstStyle/>
        <a:p>
          <a:r>
            <a:rPr lang="en-US"/>
            <a:t>public void Notificar() {</a:t>
          </a:r>
        </a:p>
      </dgm:t>
    </dgm:pt>
    <dgm:pt modelId="{DC60A6E7-8A8F-42E2-98FC-DFA98492630B}" type="parTrans" cxnId="{9423AB9E-DEEC-43CA-B6CE-0D1B0648BCB1}">
      <dgm:prSet/>
      <dgm:spPr/>
      <dgm:t>
        <a:bodyPr/>
        <a:lstStyle/>
        <a:p>
          <a:endParaRPr lang="en-US"/>
        </a:p>
      </dgm:t>
    </dgm:pt>
    <dgm:pt modelId="{C2277DEF-64DC-49A5-980A-B3C69D967F49}" type="sibTrans" cxnId="{9423AB9E-DEEC-43CA-B6CE-0D1B0648BCB1}">
      <dgm:prSet/>
      <dgm:spPr/>
      <dgm:t>
        <a:bodyPr/>
        <a:lstStyle/>
        <a:p>
          <a:endParaRPr lang="en-US"/>
        </a:p>
      </dgm:t>
    </dgm:pt>
    <dgm:pt modelId="{18A415A7-7FD1-4171-AF40-AEF73681C6C6}">
      <dgm:prSet/>
      <dgm:spPr/>
      <dgm:t>
        <a:bodyPr/>
        <a:lstStyle/>
        <a:p>
          <a:r>
            <a:rPr lang="en-US"/>
            <a:t>foreach (var obs in _observadores.ToList()) obs.Actualizar(this);</a:t>
          </a:r>
        </a:p>
      </dgm:t>
    </dgm:pt>
    <dgm:pt modelId="{ED96FFE8-6269-45B2-98DC-1ECE5DADAE84}" type="parTrans" cxnId="{2DA1B63F-7567-43B3-93D0-3704F37E5493}">
      <dgm:prSet/>
      <dgm:spPr/>
      <dgm:t>
        <a:bodyPr/>
        <a:lstStyle/>
        <a:p>
          <a:endParaRPr lang="en-US"/>
        </a:p>
      </dgm:t>
    </dgm:pt>
    <dgm:pt modelId="{3B7B0A36-CAD8-4D1A-BEDC-37702781DFD1}" type="sibTrans" cxnId="{2DA1B63F-7567-43B3-93D0-3704F37E5493}">
      <dgm:prSet/>
      <dgm:spPr/>
      <dgm:t>
        <a:bodyPr/>
        <a:lstStyle/>
        <a:p>
          <a:endParaRPr lang="en-US"/>
        </a:p>
      </dgm:t>
    </dgm:pt>
    <dgm:pt modelId="{F7C37F5B-8444-4687-A568-909617DAE2D4}">
      <dgm:prSet/>
      <dgm:spPr/>
      <dgm:t>
        <a:bodyPr/>
        <a:lstStyle/>
        <a:p>
          <a:r>
            <a:rPr lang="en-US"/>
            <a:t>}</a:t>
          </a:r>
        </a:p>
      </dgm:t>
    </dgm:pt>
    <dgm:pt modelId="{AEF09980-097B-464B-9412-2A88704E29E8}" type="parTrans" cxnId="{5AF0FBD3-377F-4FFE-BB63-B63DE56FE85F}">
      <dgm:prSet/>
      <dgm:spPr/>
      <dgm:t>
        <a:bodyPr/>
        <a:lstStyle/>
        <a:p>
          <a:endParaRPr lang="en-US"/>
        </a:p>
      </dgm:t>
    </dgm:pt>
    <dgm:pt modelId="{BE4AB242-3675-4BD8-9849-E476E9F48803}" type="sibTrans" cxnId="{5AF0FBD3-377F-4FFE-BB63-B63DE56FE85F}">
      <dgm:prSet/>
      <dgm:spPr/>
      <dgm:t>
        <a:bodyPr/>
        <a:lstStyle/>
        <a:p>
          <a:endParaRPr lang="en-US"/>
        </a:p>
      </dgm:t>
    </dgm:pt>
    <dgm:pt modelId="{316152BB-066B-4FA1-BDE0-3849835F6786}" type="pres">
      <dgm:prSet presAssocID="{C6FEA2BF-C135-4821-93FD-DFE2EDCCD63A}" presName="vert0" presStyleCnt="0">
        <dgm:presLayoutVars>
          <dgm:dir/>
          <dgm:animOne val="branch"/>
          <dgm:animLvl val="lvl"/>
        </dgm:presLayoutVars>
      </dgm:prSet>
      <dgm:spPr/>
    </dgm:pt>
    <dgm:pt modelId="{77B9B1CA-17EC-4B01-98E0-1CC8DF7F38DE}" type="pres">
      <dgm:prSet presAssocID="{AB319553-0F88-49BF-98F9-934D262CE4D9}" presName="thickLine" presStyleLbl="alignNode1" presStyleIdx="0" presStyleCnt="9"/>
      <dgm:spPr/>
    </dgm:pt>
    <dgm:pt modelId="{86E90903-177D-4893-A953-3FFE17F02994}" type="pres">
      <dgm:prSet presAssocID="{AB319553-0F88-49BF-98F9-934D262CE4D9}" presName="horz1" presStyleCnt="0"/>
      <dgm:spPr/>
    </dgm:pt>
    <dgm:pt modelId="{A8640CC8-810C-4909-88DC-093597302D4B}" type="pres">
      <dgm:prSet presAssocID="{AB319553-0F88-49BF-98F9-934D262CE4D9}" presName="tx1" presStyleLbl="revTx" presStyleIdx="0" presStyleCnt="9"/>
      <dgm:spPr/>
    </dgm:pt>
    <dgm:pt modelId="{AF255B3C-69B8-4351-988D-C3E6E55C582B}" type="pres">
      <dgm:prSet presAssocID="{AB319553-0F88-49BF-98F9-934D262CE4D9}" presName="vert1" presStyleCnt="0"/>
      <dgm:spPr/>
    </dgm:pt>
    <dgm:pt modelId="{633D3978-E3EC-424F-8D1B-F73E0FFFB1EB}" type="pres">
      <dgm:prSet presAssocID="{8058BAD2-A016-4A0D-B87A-5632CA4CB1D8}" presName="thickLine" presStyleLbl="alignNode1" presStyleIdx="1" presStyleCnt="9"/>
      <dgm:spPr/>
    </dgm:pt>
    <dgm:pt modelId="{0BC7462E-0ED6-4637-9F47-BC15E94A808E}" type="pres">
      <dgm:prSet presAssocID="{8058BAD2-A016-4A0D-B87A-5632CA4CB1D8}" presName="horz1" presStyleCnt="0"/>
      <dgm:spPr/>
    </dgm:pt>
    <dgm:pt modelId="{0FCF8BB0-A2E8-4510-A6F5-BDC28C5C208D}" type="pres">
      <dgm:prSet presAssocID="{8058BAD2-A016-4A0D-B87A-5632CA4CB1D8}" presName="tx1" presStyleLbl="revTx" presStyleIdx="1" presStyleCnt="9"/>
      <dgm:spPr/>
    </dgm:pt>
    <dgm:pt modelId="{AC76B095-3BB0-49C3-84B7-B5EB2B047962}" type="pres">
      <dgm:prSet presAssocID="{8058BAD2-A016-4A0D-B87A-5632CA4CB1D8}" presName="vert1" presStyleCnt="0"/>
      <dgm:spPr/>
    </dgm:pt>
    <dgm:pt modelId="{8FA2BC15-DC82-447D-8DF3-15D10952F9FA}" type="pres">
      <dgm:prSet presAssocID="{5A2EBCF0-638C-4017-8A37-CE4834A30B81}" presName="thickLine" presStyleLbl="alignNode1" presStyleIdx="2" presStyleCnt="9"/>
      <dgm:spPr/>
    </dgm:pt>
    <dgm:pt modelId="{005CA2CD-9A5C-4C23-B958-FFA60A17B485}" type="pres">
      <dgm:prSet presAssocID="{5A2EBCF0-638C-4017-8A37-CE4834A30B81}" presName="horz1" presStyleCnt="0"/>
      <dgm:spPr/>
    </dgm:pt>
    <dgm:pt modelId="{232F1EA9-4A88-4F4A-9991-A9283B9701EE}" type="pres">
      <dgm:prSet presAssocID="{5A2EBCF0-638C-4017-8A37-CE4834A30B81}" presName="tx1" presStyleLbl="revTx" presStyleIdx="2" presStyleCnt="9"/>
      <dgm:spPr/>
    </dgm:pt>
    <dgm:pt modelId="{FD14AB8A-E79D-4E1E-AA31-F87B2A36E9E1}" type="pres">
      <dgm:prSet presAssocID="{5A2EBCF0-638C-4017-8A37-CE4834A30B81}" presName="vert1" presStyleCnt="0"/>
      <dgm:spPr/>
    </dgm:pt>
    <dgm:pt modelId="{BA681EA4-ECF7-4811-AC7A-3F8288BEBE30}" type="pres">
      <dgm:prSet presAssocID="{2D5E2770-F307-4D1C-9DE9-E29DB9C29274}" presName="thickLine" presStyleLbl="alignNode1" presStyleIdx="3" presStyleCnt="9"/>
      <dgm:spPr/>
    </dgm:pt>
    <dgm:pt modelId="{5F636B72-44E0-4BA1-9137-68287CE904E8}" type="pres">
      <dgm:prSet presAssocID="{2D5E2770-F307-4D1C-9DE9-E29DB9C29274}" presName="horz1" presStyleCnt="0"/>
      <dgm:spPr/>
    </dgm:pt>
    <dgm:pt modelId="{00CBF5F6-0986-4867-A91B-0BEB889CC596}" type="pres">
      <dgm:prSet presAssocID="{2D5E2770-F307-4D1C-9DE9-E29DB9C29274}" presName="tx1" presStyleLbl="revTx" presStyleIdx="3" presStyleCnt="9"/>
      <dgm:spPr/>
    </dgm:pt>
    <dgm:pt modelId="{66FAFAD8-0D71-43C0-A3F2-D9B5799C8BFF}" type="pres">
      <dgm:prSet presAssocID="{2D5E2770-F307-4D1C-9DE9-E29DB9C29274}" presName="vert1" presStyleCnt="0"/>
      <dgm:spPr/>
    </dgm:pt>
    <dgm:pt modelId="{62892065-235E-4CBA-9558-79552EDB1030}" type="pres">
      <dgm:prSet presAssocID="{7E52D9CB-3AA1-4D75-84B8-F661141557D8}" presName="thickLine" presStyleLbl="alignNode1" presStyleIdx="4" presStyleCnt="9"/>
      <dgm:spPr/>
    </dgm:pt>
    <dgm:pt modelId="{65317629-3E66-4832-8932-74E26EE7292B}" type="pres">
      <dgm:prSet presAssocID="{7E52D9CB-3AA1-4D75-84B8-F661141557D8}" presName="horz1" presStyleCnt="0"/>
      <dgm:spPr/>
    </dgm:pt>
    <dgm:pt modelId="{94F62E72-105D-4680-A1C3-1DB404820C2C}" type="pres">
      <dgm:prSet presAssocID="{7E52D9CB-3AA1-4D75-84B8-F661141557D8}" presName="tx1" presStyleLbl="revTx" presStyleIdx="4" presStyleCnt="9"/>
      <dgm:spPr/>
    </dgm:pt>
    <dgm:pt modelId="{833EF990-050D-4ADE-B98A-3FFC1CB7ADB4}" type="pres">
      <dgm:prSet presAssocID="{7E52D9CB-3AA1-4D75-84B8-F661141557D8}" presName="vert1" presStyleCnt="0"/>
      <dgm:spPr/>
    </dgm:pt>
    <dgm:pt modelId="{128FDBF9-E473-4147-A639-79C680A6CCDE}" type="pres">
      <dgm:prSet presAssocID="{558992EA-EF7A-4D89-A6F1-AFB9F04D7C84}" presName="thickLine" presStyleLbl="alignNode1" presStyleIdx="5" presStyleCnt="9"/>
      <dgm:spPr/>
    </dgm:pt>
    <dgm:pt modelId="{CEAD33D7-DB8F-4AB7-AC61-AA377C9CBFBC}" type="pres">
      <dgm:prSet presAssocID="{558992EA-EF7A-4D89-A6F1-AFB9F04D7C84}" presName="horz1" presStyleCnt="0"/>
      <dgm:spPr/>
    </dgm:pt>
    <dgm:pt modelId="{6CB59B60-0722-4B2F-8661-F37BA65F3C9D}" type="pres">
      <dgm:prSet presAssocID="{558992EA-EF7A-4D89-A6F1-AFB9F04D7C84}" presName="tx1" presStyleLbl="revTx" presStyleIdx="5" presStyleCnt="9"/>
      <dgm:spPr/>
    </dgm:pt>
    <dgm:pt modelId="{4BFF7A93-279D-4F7E-AB47-E0D598D62F6C}" type="pres">
      <dgm:prSet presAssocID="{558992EA-EF7A-4D89-A6F1-AFB9F04D7C84}" presName="vert1" presStyleCnt="0"/>
      <dgm:spPr/>
    </dgm:pt>
    <dgm:pt modelId="{EF3E4AEB-944C-4B91-B071-356A8F027C83}" type="pres">
      <dgm:prSet presAssocID="{83098DD9-A53B-4463-8DF1-64854ACCAECB}" presName="thickLine" presStyleLbl="alignNode1" presStyleIdx="6" presStyleCnt="9"/>
      <dgm:spPr/>
    </dgm:pt>
    <dgm:pt modelId="{8A0D5AD5-801F-4208-8673-649C76C7281E}" type="pres">
      <dgm:prSet presAssocID="{83098DD9-A53B-4463-8DF1-64854ACCAECB}" presName="horz1" presStyleCnt="0"/>
      <dgm:spPr/>
    </dgm:pt>
    <dgm:pt modelId="{9B028090-AF29-4F21-B64F-6126C702F170}" type="pres">
      <dgm:prSet presAssocID="{83098DD9-A53B-4463-8DF1-64854ACCAECB}" presName="tx1" presStyleLbl="revTx" presStyleIdx="6" presStyleCnt="9"/>
      <dgm:spPr/>
    </dgm:pt>
    <dgm:pt modelId="{368974A1-CB85-4F14-BC6D-D9BCBBD12D82}" type="pres">
      <dgm:prSet presAssocID="{83098DD9-A53B-4463-8DF1-64854ACCAECB}" presName="vert1" presStyleCnt="0"/>
      <dgm:spPr/>
    </dgm:pt>
    <dgm:pt modelId="{CEB69977-B0BA-4B57-B942-FB95E574A055}" type="pres">
      <dgm:prSet presAssocID="{18A415A7-7FD1-4171-AF40-AEF73681C6C6}" presName="thickLine" presStyleLbl="alignNode1" presStyleIdx="7" presStyleCnt="9"/>
      <dgm:spPr/>
    </dgm:pt>
    <dgm:pt modelId="{B9D0B7B3-5B3A-4C4D-965B-9AA3E48CA50E}" type="pres">
      <dgm:prSet presAssocID="{18A415A7-7FD1-4171-AF40-AEF73681C6C6}" presName="horz1" presStyleCnt="0"/>
      <dgm:spPr/>
    </dgm:pt>
    <dgm:pt modelId="{FE243B95-F3B7-4401-88B8-ECD1DE4E372F}" type="pres">
      <dgm:prSet presAssocID="{18A415A7-7FD1-4171-AF40-AEF73681C6C6}" presName="tx1" presStyleLbl="revTx" presStyleIdx="7" presStyleCnt="9"/>
      <dgm:spPr/>
    </dgm:pt>
    <dgm:pt modelId="{86F8BA4D-5561-4405-83B2-80C9B5AC984C}" type="pres">
      <dgm:prSet presAssocID="{18A415A7-7FD1-4171-AF40-AEF73681C6C6}" presName="vert1" presStyleCnt="0"/>
      <dgm:spPr/>
    </dgm:pt>
    <dgm:pt modelId="{C5B89922-899B-41DB-BF74-DDEB74D61A7E}" type="pres">
      <dgm:prSet presAssocID="{F7C37F5B-8444-4687-A568-909617DAE2D4}" presName="thickLine" presStyleLbl="alignNode1" presStyleIdx="8" presStyleCnt="9"/>
      <dgm:spPr/>
    </dgm:pt>
    <dgm:pt modelId="{67EE4073-9B1B-4643-881A-A74399757313}" type="pres">
      <dgm:prSet presAssocID="{F7C37F5B-8444-4687-A568-909617DAE2D4}" presName="horz1" presStyleCnt="0"/>
      <dgm:spPr/>
    </dgm:pt>
    <dgm:pt modelId="{A148E2B3-E94C-4963-B0B8-8449ABCB661D}" type="pres">
      <dgm:prSet presAssocID="{F7C37F5B-8444-4687-A568-909617DAE2D4}" presName="tx1" presStyleLbl="revTx" presStyleIdx="8" presStyleCnt="9"/>
      <dgm:spPr/>
    </dgm:pt>
    <dgm:pt modelId="{D6180A19-66F3-4ECE-A107-759DE717DEB6}" type="pres">
      <dgm:prSet presAssocID="{F7C37F5B-8444-4687-A568-909617DAE2D4}" presName="vert1" presStyleCnt="0"/>
      <dgm:spPr/>
    </dgm:pt>
  </dgm:ptLst>
  <dgm:cxnLst>
    <dgm:cxn modelId="{0E17EE0C-0E64-4139-BBF7-A75C496FCC92}" type="presOf" srcId="{7E52D9CB-3AA1-4D75-84B8-F661141557D8}" destId="{94F62E72-105D-4680-A1C3-1DB404820C2C}" srcOrd="0" destOrd="0" presId="urn:microsoft.com/office/officeart/2008/layout/LinedList"/>
    <dgm:cxn modelId="{8FC68C0F-E783-44EC-863F-45FD5FED5939}" type="presOf" srcId="{AB319553-0F88-49BF-98F9-934D262CE4D9}" destId="{A8640CC8-810C-4909-88DC-093597302D4B}" srcOrd="0" destOrd="0" presId="urn:microsoft.com/office/officeart/2008/layout/LinedList"/>
    <dgm:cxn modelId="{A6901E11-0B0A-4E36-B565-F8D354F721CF}" srcId="{C6FEA2BF-C135-4821-93FD-DFE2EDCCD63A}" destId="{2D5E2770-F307-4D1C-9DE9-E29DB9C29274}" srcOrd="3" destOrd="0" parTransId="{6619076E-02C3-4E3B-A81A-504154288516}" sibTransId="{B4C6F120-6187-457C-8A38-DBD458C2B92D}"/>
    <dgm:cxn modelId="{04001218-2BBB-45F2-8363-ECAACDCDA096}" srcId="{C6FEA2BF-C135-4821-93FD-DFE2EDCCD63A}" destId="{AB319553-0F88-49BF-98F9-934D262CE4D9}" srcOrd="0" destOrd="0" parTransId="{AE4464D0-B644-4194-940C-36EA797EA234}" sibTransId="{1EAFFA40-2206-4E7F-851F-20AF5E843ACD}"/>
    <dgm:cxn modelId="{2134051D-227C-49F6-963C-6CD3CD84468F}" type="presOf" srcId="{2D5E2770-F307-4D1C-9DE9-E29DB9C29274}" destId="{00CBF5F6-0986-4867-A91B-0BEB889CC596}" srcOrd="0" destOrd="0" presId="urn:microsoft.com/office/officeart/2008/layout/LinedList"/>
    <dgm:cxn modelId="{AD961E20-2AB2-4F48-BFB3-7FE9030A470F}" type="presOf" srcId="{5A2EBCF0-638C-4017-8A37-CE4834A30B81}" destId="{232F1EA9-4A88-4F4A-9991-A9283B9701EE}" srcOrd="0" destOrd="0" presId="urn:microsoft.com/office/officeart/2008/layout/LinedList"/>
    <dgm:cxn modelId="{9D0B7129-A4F7-407F-AC10-3ABB4DBCA650}" srcId="{C6FEA2BF-C135-4821-93FD-DFE2EDCCD63A}" destId="{558992EA-EF7A-4D89-A6F1-AFB9F04D7C84}" srcOrd="5" destOrd="0" parTransId="{EE0A4420-B216-4BA3-AA9A-2884D987B54B}" sibTransId="{FBF56830-1FED-4E8F-A84D-FBF6CC35A14E}"/>
    <dgm:cxn modelId="{5943F22E-D689-4907-AE82-4938DA7CA7D3}" srcId="{C6FEA2BF-C135-4821-93FD-DFE2EDCCD63A}" destId="{7E52D9CB-3AA1-4D75-84B8-F661141557D8}" srcOrd="4" destOrd="0" parTransId="{66772047-B505-4199-B165-E74F4B7AAF7C}" sibTransId="{B12F5BBD-7471-42C4-9610-18FB7BE9FDAF}"/>
    <dgm:cxn modelId="{3AE69F2F-7576-4AF0-A10D-CFE63B69579D}" srcId="{C6FEA2BF-C135-4821-93FD-DFE2EDCCD63A}" destId="{5A2EBCF0-638C-4017-8A37-CE4834A30B81}" srcOrd="2" destOrd="0" parTransId="{BA92E9D3-1EB7-49FC-9C78-D7C698DC59D5}" sibTransId="{8F47A4A7-4852-443F-A9EB-55D74250F856}"/>
    <dgm:cxn modelId="{2DA1B63F-7567-43B3-93D0-3704F37E5493}" srcId="{C6FEA2BF-C135-4821-93FD-DFE2EDCCD63A}" destId="{18A415A7-7FD1-4171-AF40-AEF73681C6C6}" srcOrd="7" destOrd="0" parTransId="{ED96FFE8-6269-45B2-98DC-1ECE5DADAE84}" sibTransId="{3B7B0A36-CAD8-4D1A-BEDC-37702781DFD1}"/>
    <dgm:cxn modelId="{5F804145-A1C5-49D8-9B2E-DB74123A533A}" type="presOf" srcId="{18A415A7-7FD1-4171-AF40-AEF73681C6C6}" destId="{FE243B95-F3B7-4401-88B8-ECD1DE4E372F}" srcOrd="0" destOrd="0" presId="urn:microsoft.com/office/officeart/2008/layout/LinedList"/>
    <dgm:cxn modelId="{BBAFE677-4B9B-426F-A680-78D55BF9C4B5}" type="presOf" srcId="{558992EA-EF7A-4D89-A6F1-AFB9F04D7C84}" destId="{6CB59B60-0722-4B2F-8661-F37BA65F3C9D}" srcOrd="0" destOrd="0" presId="urn:microsoft.com/office/officeart/2008/layout/LinedList"/>
    <dgm:cxn modelId="{C0682D96-C115-4A13-9D54-CD4AA29CB435}" type="presOf" srcId="{83098DD9-A53B-4463-8DF1-64854ACCAECB}" destId="{9B028090-AF29-4F21-B64F-6126C702F170}" srcOrd="0" destOrd="0" presId="urn:microsoft.com/office/officeart/2008/layout/LinedList"/>
    <dgm:cxn modelId="{9423AB9E-DEEC-43CA-B6CE-0D1B0648BCB1}" srcId="{C6FEA2BF-C135-4821-93FD-DFE2EDCCD63A}" destId="{83098DD9-A53B-4463-8DF1-64854ACCAECB}" srcOrd="6" destOrd="0" parTransId="{DC60A6E7-8A8F-42E2-98FC-DFA98492630B}" sibTransId="{C2277DEF-64DC-49A5-980A-B3C69D967F49}"/>
    <dgm:cxn modelId="{9653FFA9-C767-41B1-BC30-85638B8F6EC1}" srcId="{C6FEA2BF-C135-4821-93FD-DFE2EDCCD63A}" destId="{8058BAD2-A016-4A0D-B87A-5632CA4CB1D8}" srcOrd="1" destOrd="0" parTransId="{11008FE4-7405-4149-8A09-5ACA358EAC6E}" sibTransId="{D7D3D623-4307-4ADE-8C89-A558FA38B43E}"/>
    <dgm:cxn modelId="{7C9543D2-4E06-486A-A166-ECA2E1A30B82}" type="presOf" srcId="{8058BAD2-A016-4A0D-B87A-5632CA4CB1D8}" destId="{0FCF8BB0-A2E8-4510-A6F5-BDC28C5C208D}" srcOrd="0" destOrd="0" presId="urn:microsoft.com/office/officeart/2008/layout/LinedList"/>
    <dgm:cxn modelId="{5AF0FBD3-377F-4FFE-BB63-B63DE56FE85F}" srcId="{C6FEA2BF-C135-4821-93FD-DFE2EDCCD63A}" destId="{F7C37F5B-8444-4687-A568-909617DAE2D4}" srcOrd="8" destOrd="0" parTransId="{AEF09980-097B-464B-9412-2A88704E29E8}" sibTransId="{BE4AB242-3675-4BD8-9849-E476E9F48803}"/>
    <dgm:cxn modelId="{3FDDABDA-9D74-44BA-9B05-9B4EFAC42631}" type="presOf" srcId="{F7C37F5B-8444-4687-A568-909617DAE2D4}" destId="{A148E2B3-E94C-4963-B0B8-8449ABCB661D}" srcOrd="0" destOrd="0" presId="urn:microsoft.com/office/officeart/2008/layout/LinedList"/>
    <dgm:cxn modelId="{B722D7DC-118D-4978-82AD-4BB60762A93A}" type="presOf" srcId="{C6FEA2BF-C135-4821-93FD-DFE2EDCCD63A}" destId="{316152BB-066B-4FA1-BDE0-3849835F6786}" srcOrd="0" destOrd="0" presId="urn:microsoft.com/office/officeart/2008/layout/LinedList"/>
    <dgm:cxn modelId="{6BB31272-30AC-47C8-B1D2-A03C505C2421}" type="presParOf" srcId="{316152BB-066B-4FA1-BDE0-3849835F6786}" destId="{77B9B1CA-17EC-4B01-98E0-1CC8DF7F38DE}" srcOrd="0" destOrd="0" presId="urn:microsoft.com/office/officeart/2008/layout/LinedList"/>
    <dgm:cxn modelId="{196ECBB4-696F-435E-8D2A-86863516FE94}" type="presParOf" srcId="{316152BB-066B-4FA1-BDE0-3849835F6786}" destId="{86E90903-177D-4893-A953-3FFE17F02994}" srcOrd="1" destOrd="0" presId="urn:microsoft.com/office/officeart/2008/layout/LinedList"/>
    <dgm:cxn modelId="{B1FC45C8-8904-47BE-84A9-6015FD283953}" type="presParOf" srcId="{86E90903-177D-4893-A953-3FFE17F02994}" destId="{A8640CC8-810C-4909-88DC-093597302D4B}" srcOrd="0" destOrd="0" presId="urn:microsoft.com/office/officeart/2008/layout/LinedList"/>
    <dgm:cxn modelId="{5D8B938D-2623-4F01-8DBB-5F304E58A92A}" type="presParOf" srcId="{86E90903-177D-4893-A953-3FFE17F02994}" destId="{AF255B3C-69B8-4351-988D-C3E6E55C582B}" srcOrd="1" destOrd="0" presId="urn:microsoft.com/office/officeart/2008/layout/LinedList"/>
    <dgm:cxn modelId="{EF6AFCBA-AC80-4E1A-9CDE-34CDAFF7B398}" type="presParOf" srcId="{316152BB-066B-4FA1-BDE0-3849835F6786}" destId="{633D3978-E3EC-424F-8D1B-F73E0FFFB1EB}" srcOrd="2" destOrd="0" presId="urn:microsoft.com/office/officeart/2008/layout/LinedList"/>
    <dgm:cxn modelId="{8DAF9F95-F452-4637-9556-11F2537279CE}" type="presParOf" srcId="{316152BB-066B-4FA1-BDE0-3849835F6786}" destId="{0BC7462E-0ED6-4637-9F47-BC15E94A808E}" srcOrd="3" destOrd="0" presId="urn:microsoft.com/office/officeart/2008/layout/LinedList"/>
    <dgm:cxn modelId="{26FA6A9C-681B-4BEE-9F0A-50AE2A554C0A}" type="presParOf" srcId="{0BC7462E-0ED6-4637-9F47-BC15E94A808E}" destId="{0FCF8BB0-A2E8-4510-A6F5-BDC28C5C208D}" srcOrd="0" destOrd="0" presId="urn:microsoft.com/office/officeart/2008/layout/LinedList"/>
    <dgm:cxn modelId="{A0266E3F-DD7B-4183-9229-33C043B15ED6}" type="presParOf" srcId="{0BC7462E-0ED6-4637-9F47-BC15E94A808E}" destId="{AC76B095-3BB0-49C3-84B7-B5EB2B047962}" srcOrd="1" destOrd="0" presId="urn:microsoft.com/office/officeart/2008/layout/LinedList"/>
    <dgm:cxn modelId="{835EA70A-B4F8-41EC-9A29-92863CE86DD3}" type="presParOf" srcId="{316152BB-066B-4FA1-BDE0-3849835F6786}" destId="{8FA2BC15-DC82-447D-8DF3-15D10952F9FA}" srcOrd="4" destOrd="0" presId="urn:microsoft.com/office/officeart/2008/layout/LinedList"/>
    <dgm:cxn modelId="{ACFC44B2-302B-4381-BE60-A8E1C5CA5420}" type="presParOf" srcId="{316152BB-066B-4FA1-BDE0-3849835F6786}" destId="{005CA2CD-9A5C-4C23-B958-FFA60A17B485}" srcOrd="5" destOrd="0" presId="urn:microsoft.com/office/officeart/2008/layout/LinedList"/>
    <dgm:cxn modelId="{681F15D1-87B7-4224-985B-124857176085}" type="presParOf" srcId="{005CA2CD-9A5C-4C23-B958-FFA60A17B485}" destId="{232F1EA9-4A88-4F4A-9991-A9283B9701EE}" srcOrd="0" destOrd="0" presId="urn:microsoft.com/office/officeart/2008/layout/LinedList"/>
    <dgm:cxn modelId="{9F405973-883D-4EFC-87B3-1F512806A7DC}" type="presParOf" srcId="{005CA2CD-9A5C-4C23-B958-FFA60A17B485}" destId="{FD14AB8A-E79D-4E1E-AA31-F87B2A36E9E1}" srcOrd="1" destOrd="0" presId="urn:microsoft.com/office/officeart/2008/layout/LinedList"/>
    <dgm:cxn modelId="{310CA367-2E00-4862-B0DC-D15606685264}" type="presParOf" srcId="{316152BB-066B-4FA1-BDE0-3849835F6786}" destId="{BA681EA4-ECF7-4811-AC7A-3F8288BEBE30}" srcOrd="6" destOrd="0" presId="urn:microsoft.com/office/officeart/2008/layout/LinedList"/>
    <dgm:cxn modelId="{C746D4BD-5350-4361-B44F-E13057D163DE}" type="presParOf" srcId="{316152BB-066B-4FA1-BDE0-3849835F6786}" destId="{5F636B72-44E0-4BA1-9137-68287CE904E8}" srcOrd="7" destOrd="0" presId="urn:microsoft.com/office/officeart/2008/layout/LinedList"/>
    <dgm:cxn modelId="{F77F175B-E6A3-42E0-9DA7-3413A1241A27}" type="presParOf" srcId="{5F636B72-44E0-4BA1-9137-68287CE904E8}" destId="{00CBF5F6-0986-4867-A91B-0BEB889CC596}" srcOrd="0" destOrd="0" presId="urn:microsoft.com/office/officeart/2008/layout/LinedList"/>
    <dgm:cxn modelId="{D614AB96-4AF8-4E0F-8729-3DC5738EB2AB}" type="presParOf" srcId="{5F636B72-44E0-4BA1-9137-68287CE904E8}" destId="{66FAFAD8-0D71-43C0-A3F2-D9B5799C8BFF}" srcOrd="1" destOrd="0" presId="urn:microsoft.com/office/officeart/2008/layout/LinedList"/>
    <dgm:cxn modelId="{A71CC58D-94D5-4195-9790-5C8CCA6CD678}" type="presParOf" srcId="{316152BB-066B-4FA1-BDE0-3849835F6786}" destId="{62892065-235E-4CBA-9558-79552EDB1030}" srcOrd="8" destOrd="0" presId="urn:microsoft.com/office/officeart/2008/layout/LinedList"/>
    <dgm:cxn modelId="{4D81DDDE-81D4-4531-B774-947D307CB2D0}" type="presParOf" srcId="{316152BB-066B-4FA1-BDE0-3849835F6786}" destId="{65317629-3E66-4832-8932-74E26EE7292B}" srcOrd="9" destOrd="0" presId="urn:microsoft.com/office/officeart/2008/layout/LinedList"/>
    <dgm:cxn modelId="{2252B4F0-CA78-4D85-867E-56BF358B664D}" type="presParOf" srcId="{65317629-3E66-4832-8932-74E26EE7292B}" destId="{94F62E72-105D-4680-A1C3-1DB404820C2C}" srcOrd="0" destOrd="0" presId="urn:microsoft.com/office/officeart/2008/layout/LinedList"/>
    <dgm:cxn modelId="{7ACFDB0C-F3FF-48E9-85B2-AFF5A02C4EB1}" type="presParOf" srcId="{65317629-3E66-4832-8932-74E26EE7292B}" destId="{833EF990-050D-4ADE-B98A-3FFC1CB7ADB4}" srcOrd="1" destOrd="0" presId="urn:microsoft.com/office/officeart/2008/layout/LinedList"/>
    <dgm:cxn modelId="{1F66A4EA-B3CA-4A6B-8619-7612A5EA8345}" type="presParOf" srcId="{316152BB-066B-4FA1-BDE0-3849835F6786}" destId="{128FDBF9-E473-4147-A639-79C680A6CCDE}" srcOrd="10" destOrd="0" presId="urn:microsoft.com/office/officeart/2008/layout/LinedList"/>
    <dgm:cxn modelId="{B9497A1B-D491-4747-94F3-ADC3F008BC15}" type="presParOf" srcId="{316152BB-066B-4FA1-BDE0-3849835F6786}" destId="{CEAD33D7-DB8F-4AB7-AC61-AA377C9CBFBC}" srcOrd="11" destOrd="0" presId="urn:microsoft.com/office/officeart/2008/layout/LinedList"/>
    <dgm:cxn modelId="{5CFF85D8-7824-420B-8F1D-D009377CE467}" type="presParOf" srcId="{CEAD33D7-DB8F-4AB7-AC61-AA377C9CBFBC}" destId="{6CB59B60-0722-4B2F-8661-F37BA65F3C9D}" srcOrd="0" destOrd="0" presId="urn:microsoft.com/office/officeart/2008/layout/LinedList"/>
    <dgm:cxn modelId="{020CA646-FD22-4E37-B3DD-83AE3C0917BD}" type="presParOf" srcId="{CEAD33D7-DB8F-4AB7-AC61-AA377C9CBFBC}" destId="{4BFF7A93-279D-4F7E-AB47-E0D598D62F6C}" srcOrd="1" destOrd="0" presId="urn:microsoft.com/office/officeart/2008/layout/LinedList"/>
    <dgm:cxn modelId="{EDF2641B-11F7-45B8-A9C8-1218BB05E209}" type="presParOf" srcId="{316152BB-066B-4FA1-BDE0-3849835F6786}" destId="{EF3E4AEB-944C-4B91-B071-356A8F027C83}" srcOrd="12" destOrd="0" presId="urn:microsoft.com/office/officeart/2008/layout/LinedList"/>
    <dgm:cxn modelId="{841494A2-5011-44EF-A445-3C047DDC3FDF}" type="presParOf" srcId="{316152BB-066B-4FA1-BDE0-3849835F6786}" destId="{8A0D5AD5-801F-4208-8673-649C76C7281E}" srcOrd="13" destOrd="0" presId="urn:microsoft.com/office/officeart/2008/layout/LinedList"/>
    <dgm:cxn modelId="{5A0B0982-791B-4D5D-8EB3-811D210787C3}" type="presParOf" srcId="{8A0D5AD5-801F-4208-8673-649C76C7281E}" destId="{9B028090-AF29-4F21-B64F-6126C702F170}" srcOrd="0" destOrd="0" presId="urn:microsoft.com/office/officeart/2008/layout/LinedList"/>
    <dgm:cxn modelId="{8D091115-E2AD-4FCC-8A98-7C6E853AEAD3}" type="presParOf" srcId="{8A0D5AD5-801F-4208-8673-649C76C7281E}" destId="{368974A1-CB85-4F14-BC6D-D9BCBBD12D82}" srcOrd="1" destOrd="0" presId="urn:microsoft.com/office/officeart/2008/layout/LinedList"/>
    <dgm:cxn modelId="{8AEA535A-8AD7-4114-A884-999659A704E5}" type="presParOf" srcId="{316152BB-066B-4FA1-BDE0-3849835F6786}" destId="{CEB69977-B0BA-4B57-B942-FB95E574A055}" srcOrd="14" destOrd="0" presId="urn:microsoft.com/office/officeart/2008/layout/LinedList"/>
    <dgm:cxn modelId="{16AACFAF-739F-4EE3-B84B-3BDF9D5ECC58}" type="presParOf" srcId="{316152BB-066B-4FA1-BDE0-3849835F6786}" destId="{B9D0B7B3-5B3A-4C4D-965B-9AA3E48CA50E}" srcOrd="15" destOrd="0" presId="urn:microsoft.com/office/officeart/2008/layout/LinedList"/>
    <dgm:cxn modelId="{2F671FFB-68E0-451F-A764-FBD1D802191B}" type="presParOf" srcId="{B9D0B7B3-5B3A-4C4D-965B-9AA3E48CA50E}" destId="{FE243B95-F3B7-4401-88B8-ECD1DE4E372F}" srcOrd="0" destOrd="0" presId="urn:microsoft.com/office/officeart/2008/layout/LinedList"/>
    <dgm:cxn modelId="{D271D51F-339B-408E-9C1E-9DE979E28829}" type="presParOf" srcId="{B9D0B7B3-5B3A-4C4D-965B-9AA3E48CA50E}" destId="{86F8BA4D-5561-4405-83B2-80C9B5AC984C}" srcOrd="1" destOrd="0" presId="urn:microsoft.com/office/officeart/2008/layout/LinedList"/>
    <dgm:cxn modelId="{422993DC-BDF8-47D5-8F02-9E392BC9062B}" type="presParOf" srcId="{316152BB-066B-4FA1-BDE0-3849835F6786}" destId="{C5B89922-899B-41DB-BF74-DDEB74D61A7E}" srcOrd="16" destOrd="0" presId="urn:microsoft.com/office/officeart/2008/layout/LinedList"/>
    <dgm:cxn modelId="{79FD66D6-21AF-437C-9D33-F19A08A24B53}" type="presParOf" srcId="{316152BB-066B-4FA1-BDE0-3849835F6786}" destId="{67EE4073-9B1B-4643-881A-A74399757313}" srcOrd="17" destOrd="0" presId="urn:microsoft.com/office/officeart/2008/layout/LinedList"/>
    <dgm:cxn modelId="{2F6F2885-7C54-49BE-B879-53041B5907B6}" type="presParOf" srcId="{67EE4073-9B1B-4643-881A-A74399757313}" destId="{A148E2B3-E94C-4963-B0B8-8449ABCB661D}" srcOrd="0" destOrd="0" presId="urn:microsoft.com/office/officeart/2008/layout/LinedList"/>
    <dgm:cxn modelId="{2D5C73A1-29CC-4530-B024-31D3F69B4DEB}" type="presParOf" srcId="{67EE4073-9B1B-4643-881A-A74399757313}" destId="{D6180A19-66F3-4ECE-A107-759DE717DE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E2894C-AE95-4CA5-91E1-47887F1A3B6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56518F-A2CB-472D-AD01-084D970F06CE}">
      <dgm:prSet/>
      <dgm:spPr/>
      <dgm:t>
        <a:bodyPr/>
        <a:lstStyle/>
        <a:p>
          <a:r>
            <a:rPr lang="en-US"/>
            <a:t>En .NET comercial: event EventHandler e IObservable&lt;T&gt; son la forma idiomática.</a:t>
          </a:r>
        </a:p>
      </dgm:t>
    </dgm:pt>
    <dgm:pt modelId="{39758B64-416D-4A00-B953-48FE77B35BEC}" type="parTrans" cxnId="{78AC046C-ADF6-40C8-A67A-CA5C7F9E5AED}">
      <dgm:prSet/>
      <dgm:spPr/>
      <dgm:t>
        <a:bodyPr/>
        <a:lstStyle/>
        <a:p>
          <a:endParaRPr lang="en-US"/>
        </a:p>
      </dgm:t>
    </dgm:pt>
    <dgm:pt modelId="{5A5FD3F3-9DE5-4ECF-A992-14118960F9C6}" type="sibTrans" cxnId="{78AC046C-ADF6-40C8-A67A-CA5C7F9E5AED}">
      <dgm:prSet/>
      <dgm:spPr/>
      <dgm:t>
        <a:bodyPr/>
        <a:lstStyle/>
        <a:p>
          <a:endParaRPr lang="en-US"/>
        </a:p>
      </dgm:t>
    </dgm:pt>
    <dgm:pt modelId="{9D71DCC0-7210-4C38-B242-3F3708AF7AD1}">
      <dgm:prSet/>
      <dgm:spPr/>
      <dgm:t>
        <a:bodyPr/>
        <a:lstStyle/>
        <a:p>
          <a:r>
            <a:rPr lang="en-US"/>
            <a:t>Propósito académico en la materia:</a:t>
          </a:r>
        </a:p>
      </dgm:t>
    </dgm:pt>
    <dgm:pt modelId="{754A8FD2-30D5-4E82-9B17-A96EB4B502FD}" type="parTrans" cxnId="{7DFC22A6-95BB-4C26-A9C1-1F7E75A9B30B}">
      <dgm:prSet/>
      <dgm:spPr/>
      <dgm:t>
        <a:bodyPr/>
        <a:lstStyle/>
        <a:p>
          <a:endParaRPr lang="en-US"/>
        </a:p>
      </dgm:t>
    </dgm:pt>
    <dgm:pt modelId="{A26B06DF-463B-4E9F-91B7-62F2BB3E08FD}" type="sibTrans" cxnId="{7DFC22A6-95BB-4C26-A9C1-1F7E75A9B30B}">
      <dgm:prSet/>
      <dgm:spPr/>
      <dgm:t>
        <a:bodyPr/>
        <a:lstStyle/>
        <a:p>
          <a:endParaRPr lang="en-US"/>
        </a:p>
      </dgm:t>
    </dgm:pt>
    <dgm:pt modelId="{AB49ADB3-5CD5-4E43-93F2-2EABFD3C381B}">
      <dgm:prSet/>
      <dgm:spPr/>
      <dgm:t>
        <a:bodyPr/>
        <a:lstStyle/>
        <a:p>
          <a:r>
            <a:rPr lang="en-US"/>
            <a:t>- Evaluar la arquitectura orientada a objetos pura (GoF).</a:t>
          </a:r>
        </a:p>
      </dgm:t>
    </dgm:pt>
    <dgm:pt modelId="{7284A4DD-ADAD-459A-BC4B-F94FBD624D21}" type="parTrans" cxnId="{98217D1F-083F-4854-A71F-9BE99EEDF345}">
      <dgm:prSet/>
      <dgm:spPr/>
      <dgm:t>
        <a:bodyPr/>
        <a:lstStyle/>
        <a:p>
          <a:endParaRPr lang="en-US"/>
        </a:p>
      </dgm:t>
    </dgm:pt>
    <dgm:pt modelId="{E569F510-9E22-4CBA-8A47-F10B688034B2}" type="sibTrans" cxnId="{98217D1F-083F-4854-A71F-9BE99EEDF345}">
      <dgm:prSet/>
      <dgm:spPr/>
      <dgm:t>
        <a:bodyPr/>
        <a:lstStyle/>
        <a:p>
          <a:endParaRPr lang="en-US"/>
        </a:p>
      </dgm:t>
    </dgm:pt>
    <dgm:pt modelId="{85FD4B3B-06F4-478C-A0E2-D3B75CA1683C}">
      <dgm:prSet/>
      <dgm:spPr/>
      <dgm:t>
        <a:bodyPr/>
        <a:lstStyle/>
        <a:p>
          <a:r>
            <a:rPr lang="en-US"/>
            <a:t>- Comprender polimorfismo, abstracción e interfaces desacopladas sin azúcar sintáctico.</a:t>
          </a:r>
        </a:p>
      </dgm:t>
    </dgm:pt>
    <dgm:pt modelId="{E9BCD4A9-97FC-48A5-BC89-77EF44B34E63}" type="parTrans" cxnId="{5BA63B54-FF78-4391-BD45-057EAA68032E}">
      <dgm:prSet/>
      <dgm:spPr/>
      <dgm:t>
        <a:bodyPr/>
        <a:lstStyle/>
        <a:p>
          <a:endParaRPr lang="en-US"/>
        </a:p>
      </dgm:t>
    </dgm:pt>
    <dgm:pt modelId="{CEE9C974-7B5A-4598-9F7E-DC4F133567B5}" type="sibTrans" cxnId="{5BA63B54-FF78-4391-BD45-057EAA68032E}">
      <dgm:prSet/>
      <dgm:spPr/>
      <dgm:t>
        <a:bodyPr/>
        <a:lstStyle/>
        <a:p>
          <a:endParaRPr lang="en-US"/>
        </a:p>
      </dgm:t>
    </dgm:pt>
    <dgm:pt modelId="{7D2230FE-F1FC-4DED-A54C-C7B97BBCDF0F}">
      <dgm:prSet/>
      <dgm:spPr/>
      <dgm:t>
        <a:bodyPr/>
        <a:lstStyle/>
        <a:p>
          <a:r>
            <a:rPr lang="en-US"/>
            <a:t>Equivalencia: += equivale a Attach() y -= a Detach().</a:t>
          </a:r>
        </a:p>
      </dgm:t>
    </dgm:pt>
    <dgm:pt modelId="{DEC2B2F3-7AEE-4D68-8832-B22E66F3BE8A}" type="parTrans" cxnId="{F8DBC0EA-9891-43D6-A55D-FC64B815025B}">
      <dgm:prSet/>
      <dgm:spPr/>
      <dgm:t>
        <a:bodyPr/>
        <a:lstStyle/>
        <a:p>
          <a:endParaRPr lang="en-US"/>
        </a:p>
      </dgm:t>
    </dgm:pt>
    <dgm:pt modelId="{E8A2D35E-41F7-4DFC-80FA-9530E82FB7E6}" type="sibTrans" cxnId="{F8DBC0EA-9891-43D6-A55D-FC64B815025B}">
      <dgm:prSet/>
      <dgm:spPr/>
      <dgm:t>
        <a:bodyPr/>
        <a:lstStyle/>
        <a:p>
          <a:endParaRPr lang="en-US"/>
        </a:p>
      </dgm:t>
    </dgm:pt>
    <dgm:pt modelId="{DA483786-C240-4A9B-83B0-F2A5D732C0EA}" type="pres">
      <dgm:prSet presAssocID="{7DE2894C-AE95-4CA5-91E1-47887F1A3B6C}" presName="linear" presStyleCnt="0">
        <dgm:presLayoutVars>
          <dgm:animLvl val="lvl"/>
          <dgm:resizeHandles val="exact"/>
        </dgm:presLayoutVars>
      </dgm:prSet>
      <dgm:spPr/>
    </dgm:pt>
    <dgm:pt modelId="{639DDCAC-67F7-495E-8FF9-331C68762F19}" type="pres">
      <dgm:prSet presAssocID="{2656518F-A2CB-472D-AD01-084D970F06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8332003-3438-4ECA-B8F0-890A3A2175FD}" type="pres">
      <dgm:prSet presAssocID="{5A5FD3F3-9DE5-4ECF-A992-14118960F9C6}" presName="spacer" presStyleCnt="0"/>
      <dgm:spPr/>
    </dgm:pt>
    <dgm:pt modelId="{361D3F88-4127-468C-A048-C79C1C570063}" type="pres">
      <dgm:prSet presAssocID="{9D71DCC0-7210-4C38-B242-3F3708AF7AD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3411402-8AFB-44AD-A870-B13468D9C555}" type="pres">
      <dgm:prSet presAssocID="{A26B06DF-463B-4E9F-91B7-62F2BB3E08FD}" presName="spacer" presStyleCnt="0"/>
      <dgm:spPr/>
    </dgm:pt>
    <dgm:pt modelId="{3C84D342-33A2-4426-A0E7-772BF6577427}" type="pres">
      <dgm:prSet presAssocID="{AB49ADB3-5CD5-4E43-93F2-2EABFD3C381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FD1F759-17A5-4973-BAA0-E45953A6A917}" type="pres">
      <dgm:prSet presAssocID="{E569F510-9E22-4CBA-8A47-F10B688034B2}" presName="spacer" presStyleCnt="0"/>
      <dgm:spPr/>
    </dgm:pt>
    <dgm:pt modelId="{7BEA4755-7BA0-4733-B95B-0A0FA8B320EF}" type="pres">
      <dgm:prSet presAssocID="{85FD4B3B-06F4-478C-A0E2-D3B75CA1683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3FA4EA-7951-4DC8-B0E9-65C404A99904}" type="pres">
      <dgm:prSet presAssocID="{CEE9C974-7B5A-4598-9F7E-DC4F133567B5}" presName="spacer" presStyleCnt="0"/>
      <dgm:spPr/>
    </dgm:pt>
    <dgm:pt modelId="{8F6E6754-E137-4FB8-A68B-1FAC0B20E1CB}" type="pres">
      <dgm:prSet presAssocID="{7D2230FE-F1FC-4DED-A54C-C7B97BBCDF0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678DE03-4533-4A68-8E2A-0C0DE6C0E4ED}" type="presOf" srcId="{AB49ADB3-5CD5-4E43-93F2-2EABFD3C381B}" destId="{3C84D342-33A2-4426-A0E7-772BF6577427}" srcOrd="0" destOrd="0" presId="urn:microsoft.com/office/officeart/2005/8/layout/vList2"/>
    <dgm:cxn modelId="{98217D1F-083F-4854-A71F-9BE99EEDF345}" srcId="{7DE2894C-AE95-4CA5-91E1-47887F1A3B6C}" destId="{AB49ADB3-5CD5-4E43-93F2-2EABFD3C381B}" srcOrd="2" destOrd="0" parTransId="{7284A4DD-ADAD-459A-BC4B-F94FBD624D21}" sibTransId="{E569F510-9E22-4CBA-8A47-F10B688034B2}"/>
    <dgm:cxn modelId="{78AC046C-ADF6-40C8-A67A-CA5C7F9E5AED}" srcId="{7DE2894C-AE95-4CA5-91E1-47887F1A3B6C}" destId="{2656518F-A2CB-472D-AD01-084D970F06CE}" srcOrd="0" destOrd="0" parTransId="{39758B64-416D-4A00-B953-48FE77B35BEC}" sibTransId="{5A5FD3F3-9DE5-4ECF-A992-14118960F9C6}"/>
    <dgm:cxn modelId="{5BA63B54-FF78-4391-BD45-057EAA68032E}" srcId="{7DE2894C-AE95-4CA5-91E1-47887F1A3B6C}" destId="{85FD4B3B-06F4-478C-A0E2-D3B75CA1683C}" srcOrd="3" destOrd="0" parTransId="{E9BCD4A9-97FC-48A5-BC89-77EF44B34E63}" sibTransId="{CEE9C974-7B5A-4598-9F7E-DC4F133567B5}"/>
    <dgm:cxn modelId="{02D57986-8AFE-47E4-98ED-7C66C799F4E8}" type="presOf" srcId="{85FD4B3B-06F4-478C-A0E2-D3B75CA1683C}" destId="{7BEA4755-7BA0-4733-B95B-0A0FA8B320EF}" srcOrd="0" destOrd="0" presId="urn:microsoft.com/office/officeart/2005/8/layout/vList2"/>
    <dgm:cxn modelId="{7DFC22A6-95BB-4C26-A9C1-1F7E75A9B30B}" srcId="{7DE2894C-AE95-4CA5-91E1-47887F1A3B6C}" destId="{9D71DCC0-7210-4C38-B242-3F3708AF7AD1}" srcOrd="1" destOrd="0" parTransId="{754A8FD2-30D5-4E82-9B17-A96EB4B502FD}" sibTransId="{A26B06DF-463B-4E9F-91B7-62F2BB3E08FD}"/>
    <dgm:cxn modelId="{D2D142B1-C948-4B92-B3C4-20EF7CC973E6}" type="presOf" srcId="{9D71DCC0-7210-4C38-B242-3F3708AF7AD1}" destId="{361D3F88-4127-468C-A048-C79C1C570063}" srcOrd="0" destOrd="0" presId="urn:microsoft.com/office/officeart/2005/8/layout/vList2"/>
    <dgm:cxn modelId="{64BEAFB4-B12A-43B5-9D1D-3FC433BBAF6C}" type="presOf" srcId="{7D2230FE-F1FC-4DED-A54C-C7B97BBCDF0F}" destId="{8F6E6754-E137-4FB8-A68B-1FAC0B20E1CB}" srcOrd="0" destOrd="0" presId="urn:microsoft.com/office/officeart/2005/8/layout/vList2"/>
    <dgm:cxn modelId="{035C3FD1-9BD2-4A18-B115-B0A0F8C328DB}" type="presOf" srcId="{2656518F-A2CB-472D-AD01-084D970F06CE}" destId="{639DDCAC-67F7-495E-8FF9-331C68762F19}" srcOrd="0" destOrd="0" presId="urn:microsoft.com/office/officeart/2005/8/layout/vList2"/>
    <dgm:cxn modelId="{F8DBC0EA-9891-43D6-A55D-FC64B815025B}" srcId="{7DE2894C-AE95-4CA5-91E1-47887F1A3B6C}" destId="{7D2230FE-F1FC-4DED-A54C-C7B97BBCDF0F}" srcOrd="4" destOrd="0" parTransId="{DEC2B2F3-7AEE-4D68-8832-B22E66F3BE8A}" sibTransId="{E8A2D35E-41F7-4DFC-80FA-9530E82FB7E6}"/>
    <dgm:cxn modelId="{051A16ED-B84C-49C8-B1F6-6FB44F64811C}" type="presOf" srcId="{7DE2894C-AE95-4CA5-91E1-47887F1A3B6C}" destId="{DA483786-C240-4A9B-83B0-F2A5D732C0EA}" srcOrd="0" destOrd="0" presId="urn:microsoft.com/office/officeart/2005/8/layout/vList2"/>
    <dgm:cxn modelId="{30FB72D6-6F90-4B60-A114-8C2DF755FC33}" type="presParOf" srcId="{DA483786-C240-4A9B-83B0-F2A5D732C0EA}" destId="{639DDCAC-67F7-495E-8FF9-331C68762F19}" srcOrd="0" destOrd="0" presId="urn:microsoft.com/office/officeart/2005/8/layout/vList2"/>
    <dgm:cxn modelId="{5ACDB70D-CCEF-475E-A57E-968F56425E4F}" type="presParOf" srcId="{DA483786-C240-4A9B-83B0-F2A5D732C0EA}" destId="{68332003-3438-4ECA-B8F0-890A3A2175FD}" srcOrd="1" destOrd="0" presId="urn:microsoft.com/office/officeart/2005/8/layout/vList2"/>
    <dgm:cxn modelId="{230184EC-A23C-43AA-A34B-33509A3D44A4}" type="presParOf" srcId="{DA483786-C240-4A9B-83B0-F2A5D732C0EA}" destId="{361D3F88-4127-468C-A048-C79C1C570063}" srcOrd="2" destOrd="0" presId="urn:microsoft.com/office/officeart/2005/8/layout/vList2"/>
    <dgm:cxn modelId="{0EAA4BDC-3E18-416B-9F74-F8663761D9FD}" type="presParOf" srcId="{DA483786-C240-4A9B-83B0-F2A5D732C0EA}" destId="{93411402-8AFB-44AD-A870-B13468D9C555}" srcOrd="3" destOrd="0" presId="urn:microsoft.com/office/officeart/2005/8/layout/vList2"/>
    <dgm:cxn modelId="{D1B91814-7828-4C86-9AAB-492337FE0BA0}" type="presParOf" srcId="{DA483786-C240-4A9B-83B0-F2A5D732C0EA}" destId="{3C84D342-33A2-4426-A0E7-772BF6577427}" srcOrd="4" destOrd="0" presId="urn:microsoft.com/office/officeart/2005/8/layout/vList2"/>
    <dgm:cxn modelId="{ED21A54B-BE46-4750-B4C5-389A36571D5C}" type="presParOf" srcId="{DA483786-C240-4A9B-83B0-F2A5D732C0EA}" destId="{CFD1F759-17A5-4973-BAA0-E45953A6A917}" srcOrd="5" destOrd="0" presId="urn:microsoft.com/office/officeart/2005/8/layout/vList2"/>
    <dgm:cxn modelId="{5EFFB815-308F-4FAA-B69E-0190663C2756}" type="presParOf" srcId="{DA483786-C240-4A9B-83B0-F2A5D732C0EA}" destId="{7BEA4755-7BA0-4733-B95B-0A0FA8B320EF}" srcOrd="6" destOrd="0" presId="urn:microsoft.com/office/officeart/2005/8/layout/vList2"/>
    <dgm:cxn modelId="{FDBEA2B0-158F-4488-9525-D19005F5D45F}" type="presParOf" srcId="{DA483786-C240-4A9B-83B0-F2A5D732C0EA}" destId="{2A3FA4EA-7951-4DC8-B0E9-65C404A99904}" srcOrd="7" destOrd="0" presId="urn:microsoft.com/office/officeart/2005/8/layout/vList2"/>
    <dgm:cxn modelId="{4E788A9E-625F-41CD-8656-1744AC2F1E84}" type="presParOf" srcId="{DA483786-C240-4A9B-83B0-F2A5D732C0EA}" destId="{8F6E6754-E137-4FB8-A68B-1FAC0B20E1C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C4B91C-F320-49ED-B5E9-78C49EEF147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2F4FA9-248F-414A-A983-64C9EA9E47B5}">
      <dgm:prSet/>
      <dgm:spPr/>
      <dgm:t>
        <a:bodyPr/>
        <a:lstStyle/>
        <a:p>
          <a:r>
            <a:rPr lang="en-US"/>
            <a:t>[ ] ¿La entidad que muta es el Sujeto y las que reaccionan son los Observadores?</a:t>
          </a:r>
        </a:p>
      </dgm:t>
    </dgm:pt>
    <dgm:pt modelId="{3281437A-73E0-4E77-A537-3227631A4135}" type="parTrans" cxnId="{37651587-5B11-4DC3-A804-8F1D98B96655}">
      <dgm:prSet/>
      <dgm:spPr/>
      <dgm:t>
        <a:bodyPr/>
        <a:lstStyle/>
        <a:p>
          <a:endParaRPr lang="en-US"/>
        </a:p>
      </dgm:t>
    </dgm:pt>
    <dgm:pt modelId="{528C1780-4B7D-4806-AF23-D66F3E0FE293}" type="sibTrans" cxnId="{37651587-5B11-4DC3-A804-8F1D98B96655}">
      <dgm:prSet/>
      <dgm:spPr/>
      <dgm:t>
        <a:bodyPr/>
        <a:lstStyle/>
        <a:p>
          <a:endParaRPr lang="en-US"/>
        </a:p>
      </dgm:t>
    </dgm:pt>
    <dgm:pt modelId="{9A554BE3-85F3-411B-8561-51839916E947}">
      <dgm:prSet/>
      <dgm:spPr/>
      <dgm:t>
        <a:bodyPr/>
        <a:lstStyle/>
        <a:p>
          <a:r>
            <a:rPr lang="en-US"/>
            <a:t>[ ] ¿La lista interna es estrictamente List&lt;IObservador&gt;?</a:t>
          </a:r>
        </a:p>
      </dgm:t>
    </dgm:pt>
    <dgm:pt modelId="{9DF1716E-62FE-40E9-A1C4-281D797E72E9}" type="parTrans" cxnId="{CD29EAFD-0AB9-4BDC-A9FE-D5C9FC0BF7C4}">
      <dgm:prSet/>
      <dgm:spPr/>
      <dgm:t>
        <a:bodyPr/>
        <a:lstStyle/>
        <a:p>
          <a:endParaRPr lang="en-US"/>
        </a:p>
      </dgm:t>
    </dgm:pt>
    <dgm:pt modelId="{D5E3CC70-A5F8-44AE-B526-B9BB5FC1324B}" type="sibTrans" cxnId="{CD29EAFD-0AB9-4BDC-A9FE-D5C9FC0BF7C4}">
      <dgm:prSet/>
      <dgm:spPr/>
      <dgm:t>
        <a:bodyPr/>
        <a:lstStyle/>
        <a:p>
          <a:endParaRPr lang="en-US"/>
        </a:p>
      </dgm:t>
    </dgm:pt>
    <dgm:pt modelId="{33A5003B-B365-49F4-A50A-42997A343132}">
      <dgm:prSet/>
      <dgm:spPr/>
      <dgm:t>
        <a:bodyPr/>
        <a:lstStyle/>
        <a:p>
          <a:r>
            <a:rPr lang="en-US"/>
            <a:t>[ ] ¿La notificación se dispara automáticamente dentro de los métodos que mutan datos?</a:t>
          </a:r>
        </a:p>
      </dgm:t>
    </dgm:pt>
    <dgm:pt modelId="{1B4ADBC1-93CA-4B00-B2E0-1E642C0AB022}" type="parTrans" cxnId="{29ADEEE3-F232-48E1-96B0-2B1BC054677C}">
      <dgm:prSet/>
      <dgm:spPr/>
      <dgm:t>
        <a:bodyPr/>
        <a:lstStyle/>
        <a:p>
          <a:endParaRPr lang="en-US"/>
        </a:p>
      </dgm:t>
    </dgm:pt>
    <dgm:pt modelId="{00B8751D-EDC3-4B1B-A033-13398D7C7E5D}" type="sibTrans" cxnId="{29ADEEE3-F232-48E1-96B0-2B1BC054677C}">
      <dgm:prSet/>
      <dgm:spPr/>
      <dgm:t>
        <a:bodyPr/>
        <a:lstStyle/>
        <a:p>
          <a:endParaRPr lang="en-US"/>
        </a:p>
      </dgm:t>
    </dgm:pt>
    <dgm:pt modelId="{F4966A05-65E0-49F0-9805-31C1E05BFCD4}">
      <dgm:prSet/>
      <dgm:spPr/>
      <dgm:t>
        <a:bodyPr/>
        <a:lstStyle/>
        <a:p>
          <a:r>
            <a:rPr lang="en-US"/>
            <a:t>[ ] ¿Los filtros de negocio particulares residen dentro de cada observador?</a:t>
          </a:r>
        </a:p>
      </dgm:t>
    </dgm:pt>
    <dgm:pt modelId="{2B0F0932-C520-47C2-B0A8-A893096D688F}" type="parTrans" cxnId="{C858C483-E0F6-40A1-9C77-99E51F6732D3}">
      <dgm:prSet/>
      <dgm:spPr/>
      <dgm:t>
        <a:bodyPr/>
        <a:lstStyle/>
        <a:p>
          <a:endParaRPr lang="en-US"/>
        </a:p>
      </dgm:t>
    </dgm:pt>
    <dgm:pt modelId="{958C5F91-4D3F-4BB0-BDD6-305E8B9156BD}" type="sibTrans" cxnId="{C858C483-E0F6-40A1-9C77-99E51F6732D3}">
      <dgm:prSet/>
      <dgm:spPr/>
      <dgm:t>
        <a:bodyPr/>
        <a:lstStyle/>
        <a:p>
          <a:endParaRPr lang="en-US"/>
        </a:p>
      </dgm:t>
    </dgm:pt>
    <dgm:pt modelId="{C2AF04E2-8EFD-4F46-A082-06881970FA98}">
      <dgm:prSet/>
      <dgm:spPr/>
      <dgm:t>
        <a:bodyPr/>
        <a:lstStyle/>
        <a:p>
          <a:r>
            <a:rPr lang="en-US"/>
            <a:t>[ ] ¿Se pueden agregar o quitar observadores en tiempo de ejecución sin tocar el Sujeto?</a:t>
          </a:r>
        </a:p>
      </dgm:t>
    </dgm:pt>
    <dgm:pt modelId="{FF502280-D566-41CF-82D3-3F286C62E96E}" type="parTrans" cxnId="{C3C5668B-5071-42E9-B055-FA547E6F0DEA}">
      <dgm:prSet/>
      <dgm:spPr/>
      <dgm:t>
        <a:bodyPr/>
        <a:lstStyle/>
        <a:p>
          <a:endParaRPr lang="en-US"/>
        </a:p>
      </dgm:t>
    </dgm:pt>
    <dgm:pt modelId="{B8645499-79AE-4691-92F9-31BC19DD2E6B}" type="sibTrans" cxnId="{C3C5668B-5071-42E9-B055-FA547E6F0DEA}">
      <dgm:prSet/>
      <dgm:spPr/>
      <dgm:t>
        <a:bodyPr/>
        <a:lstStyle/>
        <a:p>
          <a:endParaRPr lang="en-US"/>
        </a:p>
      </dgm:t>
    </dgm:pt>
    <dgm:pt modelId="{FBC4D213-AE16-409B-A977-F4B1D66A645E}" type="pres">
      <dgm:prSet presAssocID="{EDC4B91C-F320-49ED-B5E9-78C49EEF147E}" presName="linear" presStyleCnt="0">
        <dgm:presLayoutVars>
          <dgm:animLvl val="lvl"/>
          <dgm:resizeHandles val="exact"/>
        </dgm:presLayoutVars>
      </dgm:prSet>
      <dgm:spPr/>
    </dgm:pt>
    <dgm:pt modelId="{8434AA4C-969B-4C77-8528-DBC3FFB0ED73}" type="pres">
      <dgm:prSet presAssocID="{9C2F4FA9-248F-414A-A983-64C9EA9E47B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31B0C92-668D-4971-864E-3671BC5835E4}" type="pres">
      <dgm:prSet presAssocID="{528C1780-4B7D-4806-AF23-D66F3E0FE293}" presName="spacer" presStyleCnt="0"/>
      <dgm:spPr/>
    </dgm:pt>
    <dgm:pt modelId="{2E172A01-9C44-4FC3-9C8B-4068A1387F2F}" type="pres">
      <dgm:prSet presAssocID="{9A554BE3-85F3-411B-8561-51839916E94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F0ADDB-3AE3-4B09-80C3-AB03CEB44B02}" type="pres">
      <dgm:prSet presAssocID="{D5E3CC70-A5F8-44AE-B526-B9BB5FC1324B}" presName="spacer" presStyleCnt="0"/>
      <dgm:spPr/>
    </dgm:pt>
    <dgm:pt modelId="{CC38F664-462C-4424-9961-ACEDE90FCAE0}" type="pres">
      <dgm:prSet presAssocID="{33A5003B-B365-49F4-A50A-42997A34313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D4F1C6A-B91F-4775-99E6-8F0A8C94F37C}" type="pres">
      <dgm:prSet presAssocID="{00B8751D-EDC3-4B1B-A033-13398D7C7E5D}" presName="spacer" presStyleCnt="0"/>
      <dgm:spPr/>
    </dgm:pt>
    <dgm:pt modelId="{F451BA86-E315-4435-A156-C3A2C5846766}" type="pres">
      <dgm:prSet presAssocID="{F4966A05-65E0-49F0-9805-31C1E05BFCD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41B7BD0-C016-4272-9C56-00F2AA1D9A3B}" type="pres">
      <dgm:prSet presAssocID="{958C5F91-4D3F-4BB0-BDD6-305E8B9156BD}" presName="spacer" presStyleCnt="0"/>
      <dgm:spPr/>
    </dgm:pt>
    <dgm:pt modelId="{41288433-19EE-4EF1-A190-EC09C120CF75}" type="pres">
      <dgm:prSet presAssocID="{C2AF04E2-8EFD-4F46-A082-06881970FA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C9BEE28-16C1-4B0C-A1BC-8CAECB5346B0}" type="presOf" srcId="{C2AF04E2-8EFD-4F46-A082-06881970FA98}" destId="{41288433-19EE-4EF1-A190-EC09C120CF75}" srcOrd="0" destOrd="0" presId="urn:microsoft.com/office/officeart/2005/8/layout/vList2"/>
    <dgm:cxn modelId="{9A43AC41-74B9-4A53-A228-3C11FE715B88}" type="presOf" srcId="{EDC4B91C-F320-49ED-B5E9-78C49EEF147E}" destId="{FBC4D213-AE16-409B-A977-F4B1D66A645E}" srcOrd="0" destOrd="0" presId="urn:microsoft.com/office/officeart/2005/8/layout/vList2"/>
    <dgm:cxn modelId="{C858C483-E0F6-40A1-9C77-99E51F6732D3}" srcId="{EDC4B91C-F320-49ED-B5E9-78C49EEF147E}" destId="{F4966A05-65E0-49F0-9805-31C1E05BFCD4}" srcOrd="3" destOrd="0" parTransId="{2B0F0932-C520-47C2-B0A8-A893096D688F}" sibTransId="{958C5F91-4D3F-4BB0-BDD6-305E8B9156BD}"/>
    <dgm:cxn modelId="{37651587-5B11-4DC3-A804-8F1D98B96655}" srcId="{EDC4B91C-F320-49ED-B5E9-78C49EEF147E}" destId="{9C2F4FA9-248F-414A-A983-64C9EA9E47B5}" srcOrd="0" destOrd="0" parTransId="{3281437A-73E0-4E77-A537-3227631A4135}" sibTransId="{528C1780-4B7D-4806-AF23-D66F3E0FE293}"/>
    <dgm:cxn modelId="{C3C5668B-5071-42E9-B055-FA547E6F0DEA}" srcId="{EDC4B91C-F320-49ED-B5E9-78C49EEF147E}" destId="{C2AF04E2-8EFD-4F46-A082-06881970FA98}" srcOrd="4" destOrd="0" parTransId="{FF502280-D566-41CF-82D3-3F286C62E96E}" sibTransId="{B8645499-79AE-4691-92F9-31BC19DD2E6B}"/>
    <dgm:cxn modelId="{17455A9F-FA1D-46EB-8CF1-7FB5886DA30C}" type="presOf" srcId="{9A554BE3-85F3-411B-8561-51839916E947}" destId="{2E172A01-9C44-4FC3-9C8B-4068A1387F2F}" srcOrd="0" destOrd="0" presId="urn:microsoft.com/office/officeart/2005/8/layout/vList2"/>
    <dgm:cxn modelId="{51F32CB3-E621-46FB-8674-C53B9371C625}" type="presOf" srcId="{9C2F4FA9-248F-414A-A983-64C9EA9E47B5}" destId="{8434AA4C-969B-4C77-8528-DBC3FFB0ED73}" srcOrd="0" destOrd="0" presId="urn:microsoft.com/office/officeart/2005/8/layout/vList2"/>
    <dgm:cxn modelId="{8A7016DE-235D-4735-B784-79B848E53D0F}" type="presOf" srcId="{33A5003B-B365-49F4-A50A-42997A343132}" destId="{CC38F664-462C-4424-9961-ACEDE90FCAE0}" srcOrd="0" destOrd="0" presId="urn:microsoft.com/office/officeart/2005/8/layout/vList2"/>
    <dgm:cxn modelId="{29ADEEE3-F232-48E1-96B0-2B1BC054677C}" srcId="{EDC4B91C-F320-49ED-B5E9-78C49EEF147E}" destId="{33A5003B-B365-49F4-A50A-42997A343132}" srcOrd="2" destOrd="0" parTransId="{1B4ADBC1-93CA-4B00-B2E0-1E642C0AB022}" sibTransId="{00B8751D-EDC3-4B1B-A033-13398D7C7E5D}"/>
    <dgm:cxn modelId="{A43625E6-F495-4BCB-BA9B-BBA02017AD4A}" type="presOf" srcId="{F4966A05-65E0-49F0-9805-31C1E05BFCD4}" destId="{F451BA86-E315-4435-A156-C3A2C5846766}" srcOrd="0" destOrd="0" presId="urn:microsoft.com/office/officeart/2005/8/layout/vList2"/>
    <dgm:cxn modelId="{CD29EAFD-0AB9-4BDC-A9FE-D5C9FC0BF7C4}" srcId="{EDC4B91C-F320-49ED-B5E9-78C49EEF147E}" destId="{9A554BE3-85F3-411B-8561-51839916E947}" srcOrd="1" destOrd="0" parTransId="{9DF1716E-62FE-40E9-A1C4-281D797E72E9}" sibTransId="{D5E3CC70-A5F8-44AE-B526-B9BB5FC1324B}"/>
    <dgm:cxn modelId="{8A0BA7AB-A999-4A4A-AAE5-8671D1CEBBBB}" type="presParOf" srcId="{FBC4D213-AE16-409B-A977-F4B1D66A645E}" destId="{8434AA4C-969B-4C77-8528-DBC3FFB0ED73}" srcOrd="0" destOrd="0" presId="urn:microsoft.com/office/officeart/2005/8/layout/vList2"/>
    <dgm:cxn modelId="{B4DF2B4F-586E-40FF-B4C7-3C0AEE5C4B6F}" type="presParOf" srcId="{FBC4D213-AE16-409B-A977-F4B1D66A645E}" destId="{531B0C92-668D-4971-864E-3671BC5835E4}" srcOrd="1" destOrd="0" presId="urn:microsoft.com/office/officeart/2005/8/layout/vList2"/>
    <dgm:cxn modelId="{F41A909E-9E70-4D26-8C7F-754A3F3E3064}" type="presParOf" srcId="{FBC4D213-AE16-409B-A977-F4B1D66A645E}" destId="{2E172A01-9C44-4FC3-9C8B-4068A1387F2F}" srcOrd="2" destOrd="0" presId="urn:microsoft.com/office/officeart/2005/8/layout/vList2"/>
    <dgm:cxn modelId="{0785A0A8-2564-416E-96E1-040D63AFD04A}" type="presParOf" srcId="{FBC4D213-AE16-409B-A977-F4B1D66A645E}" destId="{EEF0ADDB-3AE3-4B09-80C3-AB03CEB44B02}" srcOrd="3" destOrd="0" presId="urn:microsoft.com/office/officeart/2005/8/layout/vList2"/>
    <dgm:cxn modelId="{9E2CEBEF-9FB3-47DD-AF3E-7E6A116BDE68}" type="presParOf" srcId="{FBC4D213-AE16-409B-A977-F4B1D66A645E}" destId="{CC38F664-462C-4424-9961-ACEDE90FCAE0}" srcOrd="4" destOrd="0" presId="urn:microsoft.com/office/officeart/2005/8/layout/vList2"/>
    <dgm:cxn modelId="{98E4FD7B-24CF-4E51-8D28-E3B90FE91383}" type="presParOf" srcId="{FBC4D213-AE16-409B-A977-F4B1D66A645E}" destId="{CD4F1C6A-B91F-4775-99E6-8F0A8C94F37C}" srcOrd="5" destOrd="0" presId="urn:microsoft.com/office/officeart/2005/8/layout/vList2"/>
    <dgm:cxn modelId="{87D07F79-CE8C-468F-BE03-0BFBEEF0D7D2}" type="presParOf" srcId="{FBC4D213-AE16-409B-A977-F4B1D66A645E}" destId="{F451BA86-E315-4435-A156-C3A2C5846766}" srcOrd="6" destOrd="0" presId="urn:microsoft.com/office/officeart/2005/8/layout/vList2"/>
    <dgm:cxn modelId="{03A84049-E463-4508-9588-64BB8A89E52B}" type="presParOf" srcId="{FBC4D213-AE16-409B-A977-F4B1D66A645E}" destId="{341B7BD0-C016-4272-9C56-00F2AA1D9A3B}" srcOrd="7" destOrd="0" presId="urn:microsoft.com/office/officeart/2005/8/layout/vList2"/>
    <dgm:cxn modelId="{CF155912-A8B7-44F0-A72F-F28A7C79726A}" type="presParOf" srcId="{FBC4D213-AE16-409B-A977-F4B1D66A645E}" destId="{41288433-19EE-4EF1-A190-EC09C120CF7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05ECFB-501D-4B62-9D73-D9DB7097EAA4}">
      <dsp:nvSpPr>
        <dsp:cNvPr id="0" name=""/>
        <dsp:cNvSpPr/>
      </dsp:nvSpPr>
      <dsp:spPr>
        <a:xfrm>
          <a:off x="0" y="0"/>
          <a:ext cx="5371795" cy="946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Inversión de roles: No identificaron quién era el Subject y quién el Observer.</a:t>
          </a:r>
        </a:p>
      </dsp:txBody>
      <dsp:txXfrm>
        <a:off x="27730" y="27730"/>
        <a:ext cx="4270162" cy="891302"/>
      </dsp:txXfrm>
    </dsp:sp>
    <dsp:sp modelId="{225B73F9-C509-4A99-9A00-E9BE635DAD08}">
      <dsp:nvSpPr>
        <dsp:cNvPr id="0" name=""/>
        <dsp:cNvSpPr/>
      </dsp:nvSpPr>
      <dsp:spPr>
        <a:xfrm>
          <a:off x="449887" y="1118900"/>
          <a:ext cx="5371795" cy="9467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Ubicación de la lista: Colocaron colecciones dentro de las áreas o crearon mediadores innecesarios.</a:t>
          </a:r>
        </a:p>
      </dsp:txBody>
      <dsp:txXfrm>
        <a:off x="477617" y="1146630"/>
        <a:ext cx="4251051" cy="891302"/>
      </dsp:txXfrm>
    </dsp:sp>
    <dsp:sp modelId="{6027682F-B159-492E-AD18-A915FE5FA6B9}">
      <dsp:nvSpPr>
        <dsp:cNvPr id="0" name=""/>
        <dsp:cNvSpPr/>
      </dsp:nvSpPr>
      <dsp:spPr>
        <a:xfrm>
          <a:off x="893060" y="2237801"/>
          <a:ext cx="5371795" cy="9467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El misterio de la notificación: Dudaron sobre quién recorre la lista y cuándo se dispara el aviso.</a:t>
          </a:r>
        </a:p>
      </dsp:txBody>
      <dsp:txXfrm>
        <a:off x="920790" y="2265531"/>
        <a:ext cx="4257766" cy="891302"/>
      </dsp:txXfrm>
    </dsp:sp>
    <dsp:sp modelId="{A2DEBDBF-A1FD-4CE8-8DB9-C6DC18DC0742}">
      <dsp:nvSpPr>
        <dsp:cNvPr id="0" name=""/>
        <dsp:cNvSpPr/>
      </dsp:nvSpPr>
      <dsp:spPr>
        <a:xfrm>
          <a:off x="1342948" y="3356702"/>
          <a:ext cx="5371795" cy="9467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La trampa del filtro: El Incidente intentó evaluar a quién avisar, rompiendo el desacoplamiento.</a:t>
          </a:r>
        </a:p>
      </dsp:txBody>
      <dsp:txXfrm>
        <a:off x="1370678" y="3384432"/>
        <a:ext cx="4251051" cy="891302"/>
      </dsp:txXfrm>
    </dsp:sp>
    <dsp:sp modelId="{0DB075B9-0A75-4F82-94D0-5F9651A9A5C4}">
      <dsp:nvSpPr>
        <dsp:cNvPr id="0" name=""/>
        <dsp:cNvSpPr/>
      </dsp:nvSpPr>
      <dsp:spPr>
        <a:xfrm>
          <a:off x="4756399" y="725133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894863" y="725133"/>
        <a:ext cx="338467" cy="463085"/>
      </dsp:txXfrm>
    </dsp:sp>
    <dsp:sp modelId="{FD52530A-4A06-45BA-9712-7369AAB8CF9F}">
      <dsp:nvSpPr>
        <dsp:cNvPr id="0" name=""/>
        <dsp:cNvSpPr/>
      </dsp:nvSpPr>
      <dsp:spPr>
        <a:xfrm>
          <a:off x="5206287" y="1844034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344751" y="1844034"/>
        <a:ext cx="338467" cy="463085"/>
      </dsp:txXfrm>
    </dsp:sp>
    <dsp:sp modelId="{7DDA4327-2A2D-48A3-BB24-E481C0A23357}">
      <dsp:nvSpPr>
        <dsp:cNvPr id="0" name=""/>
        <dsp:cNvSpPr/>
      </dsp:nvSpPr>
      <dsp:spPr>
        <a:xfrm>
          <a:off x="5649460" y="2962935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787924" y="2962935"/>
        <a:ext cx="338467" cy="463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04E2B4-8E2D-4D3F-B59D-774289BFBFB7}">
      <dsp:nvSpPr>
        <dsp:cNvPr id="0" name=""/>
        <dsp:cNvSpPr/>
      </dsp:nvSpPr>
      <dsp:spPr>
        <a:xfrm>
          <a:off x="0" y="2808564"/>
          <a:ext cx="5180245" cy="9218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 Subject sólo conoce la abstracción IObserver; desconoce cuántos observadores hay y qué hacen en concreto.</a:t>
          </a:r>
        </a:p>
      </dsp:txBody>
      <dsp:txXfrm>
        <a:off x="0" y="2808564"/>
        <a:ext cx="5180245" cy="921833"/>
      </dsp:txXfrm>
    </dsp:sp>
    <dsp:sp modelId="{559190AA-3EF9-40E0-A854-31E62C1FB571}">
      <dsp:nvSpPr>
        <dsp:cNvPr id="0" name=""/>
        <dsp:cNvSpPr/>
      </dsp:nvSpPr>
      <dsp:spPr>
        <a:xfrm rot="10800000">
          <a:off x="0" y="1404612"/>
          <a:ext cx="5180245" cy="1417780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Principio clave: Desacoplamiento débil (Loose Coupling).</a:t>
          </a:r>
        </a:p>
      </dsp:txBody>
      <dsp:txXfrm rot="10800000">
        <a:off x="0" y="1404612"/>
        <a:ext cx="5180245" cy="921231"/>
      </dsp:txXfrm>
    </dsp:sp>
    <dsp:sp modelId="{0B4E9A1E-7021-4137-85BF-98C4C3C0BA18}">
      <dsp:nvSpPr>
        <dsp:cNvPr id="0" name=""/>
        <dsp:cNvSpPr/>
      </dsp:nvSpPr>
      <dsp:spPr>
        <a:xfrm rot="10800000">
          <a:off x="0" y="659"/>
          <a:ext cx="5180245" cy="1417780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Definición formal: Define una dependencia uno-a-muchos entre objetos, de forma que cuando uno de ellos cambia de estado, todos sus dependientes son notificados automáticamente.</a:t>
          </a:r>
        </a:p>
      </dsp:txBody>
      <dsp:txXfrm rot="10800000">
        <a:off x="0" y="659"/>
        <a:ext cx="5180245" cy="9212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14DA7-057D-4532-B4A3-7514D9159DA4}">
      <dsp:nvSpPr>
        <dsp:cNvPr id="0" name=""/>
        <dsp:cNvSpPr/>
      </dsp:nvSpPr>
      <dsp:spPr>
        <a:xfrm>
          <a:off x="0" y="0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Fase 1: Configuración en runtime -&gt; incidente.Suscribir(soporte);</a:t>
          </a:r>
        </a:p>
      </dsp:txBody>
      <dsp:txXfrm>
        <a:off x="24059" y="24059"/>
        <a:ext cx="7700515" cy="773317"/>
      </dsp:txXfrm>
    </dsp:sp>
    <dsp:sp modelId="{E8AEA9D8-2537-493C-A669-93058C748EA6}">
      <dsp:nvSpPr>
        <dsp:cNvPr id="0" name=""/>
        <dsp:cNvSpPr/>
      </dsp:nvSpPr>
      <dsp:spPr>
        <a:xfrm>
          <a:off x="724966" y="970787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Fase 2: Cambio de estado de negocio -&gt; incidente.CambiarSeveridad(Critica);</a:t>
          </a:r>
        </a:p>
      </dsp:txBody>
      <dsp:txXfrm>
        <a:off x="749025" y="994846"/>
        <a:ext cx="7349301" cy="773317"/>
      </dsp:txXfrm>
    </dsp:sp>
    <dsp:sp modelId="{59A21C30-4F1C-435B-A7A6-E9F9B5F9CDBB}">
      <dsp:nvSpPr>
        <dsp:cNvPr id="0" name=""/>
        <dsp:cNvSpPr/>
      </dsp:nvSpPr>
      <dsp:spPr>
        <a:xfrm>
          <a:off x="1439113" y="1941575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Fase 3: Notificación polimórfica -&gt; Incidente ejecuta un foreach interno llamando a Actualizar(this).</a:t>
          </a:r>
        </a:p>
      </dsp:txBody>
      <dsp:txXfrm>
        <a:off x="1463172" y="1965634"/>
        <a:ext cx="7360122" cy="773317"/>
      </dsp:txXfrm>
    </dsp:sp>
    <dsp:sp modelId="{7E0AA0F1-DE55-4B98-9A1C-D5A07B0F7932}">
      <dsp:nvSpPr>
        <dsp:cNvPr id="0" name=""/>
        <dsp:cNvSpPr/>
      </dsp:nvSpPr>
      <dsp:spPr>
        <a:xfrm>
          <a:off x="2164079" y="2912363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El cliente no invoca la notificación a mano: es un efecto colateral del cambio de estado.</a:t>
          </a:r>
        </a:p>
      </dsp:txBody>
      <dsp:txXfrm>
        <a:off x="2188138" y="2936422"/>
        <a:ext cx="7349301" cy="773317"/>
      </dsp:txXfrm>
    </dsp:sp>
    <dsp:sp modelId="{A831760A-080B-45B8-AEF8-639F86350B92}">
      <dsp:nvSpPr>
        <dsp:cNvPr id="0" name=""/>
        <dsp:cNvSpPr/>
      </dsp:nvSpPr>
      <dsp:spPr>
        <a:xfrm>
          <a:off x="8122386" y="629145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42521" y="629145"/>
        <a:ext cx="293663" cy="401785"/>
      </dsp:txXfrm>
    </dsp:sp>
    <dsp:sp modelId="{F2AFFB0F-92FC-44D6-896F-4CAECFE280AD}">
      <dsp:nvSpPr>
        <dsp:cNvPr id="0" name=""/>
        <dsp:cNvSpPr/>
      </dsp:nvSpPr>
      <dsp:spPr>
        <a:xfrm>
          <a:off x="8847353" y="1599932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67488" y="1599932"/>
        <a:ext cx="293663" cy="401785"/>
      </dsp:txXfrm>
    </dsp:sp>
    <dsp:sp modelId="{26F01ED8-DA18-4C01-B031-2BA1F58BBEDF}">
      <dsp:nvSpPr>
        <dsp:cNvPr id="0" name=""/>
        <dsp:cNvSpPr/>
      </dsp:nvSpPr>
      <dsp:spPr>
        <a:xfrm>
          <a:off x="9561499" y="2570720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681634" y="2570720"/>
        <a:ext cx="293663" cy="4017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F7393-1138-4C57-B0A1-545EB0375B79}">
      <dsp:nvSpPr>
        <dsp:cNvPr id="0" name=""/>
        <dsp:cNvSpPr/>
      </dsp:nvSpPr>
      <dsp:spPr>
        <a:xfrm>
          <a:off x="402550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Modelo Push (Empujar datos):</a:t>
          </a:r>
        </a:p>
      </dsp:txBody>
      <dsp:txXfrm>
        <a:off x="402550" y="1992"/>
        <a:ext cx="3034531" cy="1820718"/>
      </dsp:txXfrm>
    </dsp:sp>
    <dsp:sp modelId="{EAF7ADE0-6AB8-4E46-9828-70F31F3F96C0}">
      <dsp:nvSpPr>
        <dsp:cNvPr id="0" name=""/>
        <dsp:cNvSpPr/>
      </dsp:nvSpPr>
      <dsp:spPr>
        <a:xfrm>
          <a:off x="3740534" y="1992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Firma: void Actualizar(string estado, NivelSeveridad sev).</a:t>
          </a:r>
        </a:p>
      </dsp:txBody>
      <dsp:txXfrm>
        <a:off x="3740534" y="1992"/>
        <a:ext cx="3034531" cy="1820718"/>
      </dsp:txXfrm>
    </dsp:sp>
    <dsp:sp modelId="{2AF822A5-8DA9-4F09-95A3-27E7FD5C057F}">
      <dsp:nvSpPr>
        <dsp:cNvPr id="0" name=""/>
        <dsp:cNvSpPr/>
      </dsp:nvSpPr>
      <dsp:spPr>
        <a:xfrm>
          <a:off x="7078518" y="1992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Desventaja: Inflexible ante nuevos observadores que requieran otros datos.</a:t>
          </a:r>
        </a:p>
      </dsp:txBody>
      <dsp:txXfrm>
        <a:off x="7078518" y="1992"/>
        <a:ext cx="3034531" cy="1820718"/>
      </dsp:txXfrm>
    </dsp:sp>
    <dsp:sp modelId="{D3ABA85A-B337-4EFE-ADFD-3D3420B89D25}">
      <dsp:nvSpPr>
        <dsp:cNvPr id="0" name=""/>
        <dsp:cNvSpPr/>
      </dsp:nvSpPr>
      <dsp:spPr>
        <a:xfrm>
          <a:off x="402550" y="2126164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Modelo Pull (Tirar datos - Canónico GoF):</a:t>
          </a:r>
        </a:p>
      </dsp:txBody>
      <dsp:txXfrm>
        <a:off x="402550" y="2126164"/>
        <a:ext cx="3034531" cy="1820718"/>
      </dsp:txXfrm>
    </dsp:sp>
    <dsp:sp modelId="{415BC8C9-07C5-45E9-A914-0D748DB32D2B}">
      <dsp:nvSpPr>
        <dsp:cNvPr id="0" name=""/>
        <dsp:cNvSpPr/>
      </dsp:nvSpPr>
      <dsp:spPr>
        <a:xfrm>
          <a:off x="3740534" y="2126164"/>
          <a:ext cx="3034531" cy="18207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Firma: void Actualizar(Incidente emisor).</a:t>
          </a:r>
        </a:p>
      </dsp:txBody>
      <dsp:txXfrm>
        <a:off x="3740534" y="2126164"/>
        <a:ext cx="3034531" cy="1820718"/>
      </dsp:txXfrm>
    </dsp:sp>
    <dsp:sp modelId="{D8C692A8-8ADF-4D43-B413-7491F2340A83}">
      <dsp:nvSpPr>
        <dsp:cNvPr id="0" name=""/>
        <dsp:cNvSpPr/>
      </dsp:nvSpPr>
      <dsp:spPr>
        <a:xfrm>
          <a:off x="7078518" y="2126164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Ventaja: Cada observador consulta mediante getters sólo lo que necesita.</a:t>
          </a:r>
        </a:p>
      </dsp:txBody>
      <dsp:txXfrm>
        <a:off x="7078518" y="2126164"/>
        <a:ext cx="3034531" cy="1820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92824-515A-48EC-BEFF-E1DA48F0C207}">
      <dsp:nvSpPr>
        <dsp:cNvPr id="0" name=""/>
        <dsp:cNvSpPr/>
      </dsp:nvSpPr>
      <dsp:spPr>
        <a:xfrm>
          <a:off x="287151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Código erróneo: Incidente con referencias duras a AreaOperaciones, AreaSoporte, etc.</a:t>
          </a:r>
        </a:p>
      </dsp:txBody>
      <dsp:txXfrm>
        <a:off x="325496" y="40840"/>
        <a:ext cx="2105320" cy="1232516"/>
      </dsp:txXfrm>
    </dsp:sp>
    <dsp:sp modelId="{21E2C53C-BD0F-4FAF-8F66-E87AC84613DE}">
      <dsp:nvSpPr>
        <dsp:cNvPr id="0" name=""/>
        <dsp:cNvSpPr/>
      </dsp:nvSpPr>
      <dsp:spPr>
        <a:xfrm>
          <a:off x="2661178" y="386529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661178" y="494757"/>
        <a:ext cx="323810" cy="324682"/>
      </dsp:txXfrm>
    </dsp:sp>
    <dsp:sp modelId="{8EA750D8-7276-4E52-BED9-552C147A1D23}">
      <dsp:nvSpPr>
        <dsp:cNvPr id="0" name=""/>
        <dsp:cNvSpPr/>
      </dsp:nvSpPr>
      <dsp:spPr>
        <a:xfrm>
          <a:off x="3341966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Consecuencias destructivas:</a:t>
          </a:r>
        </a:p>
      </dsp:txBody>
      <dsp:txXfrm>
        <a:off x="3380311" y="40840"/>
        <a:ext cx="2105320" cy="1232516"/>
      </dsp:txXfrm>
    </dsp:sp>
    <dsp:sp modelId="{49C466DB-A293-49FE-BF58-838A247F924A}">
      <dsp:nvSpPr>
        <dsp:cNvPr id="0" name=""/>
        <dsp:cNvSpPr/>
      </dsp:nvSpPr>
      <dsp:spPr>
        <a:xfrm rot="5400000">
          <a:off x="4201678" y="1464442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4270630" y="1503718"/>
        <a:ext cx="324682" cy="323810"/>
      </dsp:txXfrm>
    </dsp:sp>
    <dsp:sp modelId="{3E999CA6-B4EF-40BC-825C-6E07BC39092D}">
      <dsp:nvSpPr>
        <dsp:cNvPr id="0" name=""/>
        <dsp:cNvSpPr/>
      </dsp:nvSpPr>
      <dsp:spPr>
        <a:xfrm>
          <a:off x="3341966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Viola el Principio Abierto/Cerrado (OCP).</a:t>
          </a:r>
        </a:p>
      </dsp:txBody>
      <dsp:txXfrm>
        <a:off x="3380311" y="2222851"/>
        <a:ext cx="2105320" cy="1232516"/>
      </dsp:txXfrm>
    </dsp:sp>
    <dsp:sp modelId="{63A334D3-5835-48B0-AAEC-453869BB2297}">
      <dsp:nvSpPr>
        <dsp:cNvPr id="0" name=""/>
        <dsp:cNvSpPr/>
      </dsp:nvSpPr>
      <dsp:spPr>
        <a:xfrm rot="10800000">
          <a:off x="2687362" y="2568540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826138" y="2676768"/>
        <a:ext cx="323810" cy="324682"/>
      </dsp:txXfrm>
    </dsp:sp>
    <dsp:sp modelId="{2A7E4394-6B71-45BE-A5BF-B6747294C78B}">
      <dsp:nvSpPr>
        <dsp:cNvPr id="0" name=""/>
        <dsp:cNvSpPr/>
      </dsp:nvSpPr>
      <dsp:spPr>
        <a:xfrm>
          <a:off x="287151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Agregar una nueva área requiere modificar y recompilar Incidente.</a:t>
          </a:r>
        </a:p>
      </dsp:txBody>
      <dsp:txXfrm>
        <a:off x="325496" y="2222851"/>
        <a:ext cx="2105320" cy="1232516"/>
      </dsp:txXfrm>
    </dsp:sp>
    <dsp:sp modelId="{18A11392-5FB8-4B7B-9E88-304A93E2E793}">
      <dsp:nvSpPr>
        <dsp:cNvPr id="0" name=""/>
        <dsp:cNvSpPr/>
      </dsp:nvSpPr>
      <dsp:spPr>
        <a:xfrm rot="5400000">
          <a:off x="1146863" y="3646453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15815" y="3685729"/>
        <a:ext cx="324682" cy="323810"/>
      </dsp:txXfrm>
    </dsp:sp>
    <dsp:sp modelId="{D6F6523B-EAD2-4085-BB6A-322E5F23BFF6}">
      <dsp:nvSpPr>
        <dsp:cNvPr id="0" name=""/>
        <dsp:cNvSpPr/>
      </dsp:nvSpPr>
      <dsp:spPr>
        <a:xfrm>
          <a:off x="287151" y="4366516"/>
          <a:ext cx="2182010" cy="130920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Impide conectar o desconectar observadores en tiempo de ejecución.</a:t>
          </a:r>
        </a:p>
      </dsp:txBody>
      <dsp:txXfrm>
        <a:off x="325496" y="4404861"/>
        <a:ext cx="2105320" cy="12325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95F72-4FEB-4114-A42E-71CD48113988}">
      <dsp:nvSpPr>
        <dsp:cNvPr id="0" name=""/>
        <dsp:cNvSpPr/>
      </dsp:nvSpPr>
      <dsp:spPr>
        <a:xfrm>
          <a:off x="287151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Requerimiento: Gerencia sólo actúa ante severidad Crítica.</a:t>
          </a:r>
        </a:p>
      </dsp:txBody>
      <dsp:txXfrm>
        <a:off x="325496" y="40840"/>
        <a:ext cx="2105320" cy="1232516"/>
      </dsp:txXfrm>
    </dsp:sp>
    <dsp:sp modelId="{EA51F0E4-C367-41A4-AA6F-777CF84DA800}">
      <dsp:nvSpPr>
        <dsp:cNvPr id="0" name=""/>
        <dsp:cNvSpPr/>
      </dsp:nvSpPr>
      <dsp:spPr>
        <a:xfrm>
          <a:off x="2661178" y="386529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661178" y="494757"/>
        <a:ext cx="323810" cy="324682"/>
      </dsp:txXfrm>
    </dsp:sp>
    <dsp:sp modelId="{EA4E0FA5-E627-4F49-B8DE-B27546F209AA}">
      <dsp:nvSpPr>
        <dsp:cNvPr id="0" name=""/>
        <dsp:cNvSpPr/>
      </dsp:nvSpPr>
      <dsp:spPr>
        <a:xfrm>
          <a:off x="3341966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Error en parcial: Poner un 'if (obs is AreaGerencia)' dentro del Incidente.</a:t>
          </a:r>
        </a:p>
      </dsp:txBody>
      <dsp:txXfrm>
        <a:off x="3380311" y="40840"/>
        <a:ext cx="2105320" cy="1232516"/>
      </dsp:txXfrm>
    </dsp:sp>
    <dsp:sp modelId="{E57A49A4-C421-40DD-BE47-8AB299D803F8}">
      <dsp:nvSpPr>
        <dsp:cNvPr id="0" name=""/>
        <dsp:cNvSpPr/>
      </dsp:nvSpPr>
      <dsp:spPr>
        <a:xfrm rot="5400000">
          <a:off x="4201678" y="1464442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4270630" y="1503718"/>
        <a:ext cx="324682" cy="323810"/>
      </dsp:txXfrm>
    </dsp:sp>
    <dsp:sp modelId="{882944E9-5907-4481-866C-6928D12D889F}">
      <dsp:nvSpPr>
        <dsp:cNvPr id="0" name=""/>
        <dsp:cNvSpPr/>
      </dsp:nvSpPr>
      <dsp:spPr>
        <a:xfrm>
          <a:off x="3341966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Solución canónica:</a:t>
          </a:r>
        </a:p>
      </dsp:txBody>
      <dsp:txXfrm>
        <a:off x="3380311" y="2222851"/>
        <a:ext cx="2105320" cy="1232516"/>
      </dsp:txXfrm>
    </dsp:sp>
    <dsp:sp modelId="{4037C6B9-C277-465A-8900-6D1ECEFAB113}">
      <dsp:nvSpPr>
        <dsp:cNvPr id="0" name=""/>
        <dsp:cNvSpPr/>
      </dsp:nvSpPr>
      <dsp:spPr>
        <a:xfrm rot="10800000">
          <a:off x="2687362" y="2568540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2826138" y="2676768"/>
        <a:ext cx="323810" cy="324682"/>
      </dsp:txXfrm>
    </dsp:sp>
    <dsp:sp modelId="{D91FAA19-213A-4838-9A45-A65AADCBCF5C}">
      <dsp:nvSpPr>
        <dsp:cNvPr id="0" name=""/>
        <dsp:cNvSpPr/>
      </dsp:nvSpPr>
      <dsp:spPr>
        <a:xfrm>
          <a:off x="287151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El Sujeto notifica a todos por igual.</a:t>
          </a:r>
        </a:p>
      </dsp:txBody>
      <dsp:txXfrm>
        <a:off x="325496" y="2222851"/>
        <a:ext cx="2105320" cy="1232516"/>
      </dsp:txXfrm>
    </dsp:sp>
    <dsp:sp modelId="{8EF5C79D-8CFF-455F-A56C-AB6270ACE95E}">
      <dsp:nvSpPr>
        <dsp:cNvPr id="0" name=""/>
        <dsp:cNvSpPr/>
      </dsp:nvSpPr>
      <dsp:spPr>
        <a:xfrm rot="5400000">
          <a:off x="1146863" y="3646453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215815" y="3685729"/>
        <a:ext cx="324682" cy="323810"/>
      </dsp:txXfrm>
    </dsp:sp>
    <dsp:sp modelId="{24E22C88-5B6A-4EAE-A35E-D8438DE1882D}">
      <dsp:nvSpPr>
        <dsp:cNvPr id="0" name=""/>
        <dsp:cNvSpPr/>
      </dsp:nvSpPr>
      <dsp:spPr>
        <a:xfrm>
          <a:off x="287151" y="4366516"/>
          <a:ext cx="2182010" cy="1309206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AreaGerencia evalúa la condición dentro de su propio método Actualizar().</a:t>
          </a:r>
        </a:p>
      </dsp:txBody>
      <dsp:txXfrm>
        <a:off x="325496" y="4404861"/>
        <a:ext cx="2105320" cy="12325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9B1CA-17EC-4B01-98E0-1CC8DF7F38DE}">
      <dsp:nvSpPr>
        <dsp:cNvPr id="0" name=""/>
        <dsp:cNvSpPr/>
      </dsp:nvSpPr>
      <dsp:spPr>
        <a:xfrm>
          <a:off x="0" y="693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40CC8-810C-4909-88DC-093597302D4B}">
      <dsp:nvSpPr>
        <dsp:cNvPr id="0" name=""/>
        <dsp:cNvSpPr/>
      </dsp:nvSpPr>
      <dsp:spPr>
        <a:xfrm>
          <a:off x="0" y="693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void ModificarSeveridad(NivelSeveridad nueva) {</a:t>
          </a:r>
        </a:p>
      </dsp:txBody>
      <dsp:txXfrm>
        <a:off x="0" y="693"/>
        <a:ext cx="5811128" cy="630759"/>
      </dsp:txXfrm>
    </dsp:sp>
    <dsp:sp modelId="{633D3978-E3EC-424F-8D1B-F73E0FFFB1EB}">
      <dsp:nvSpPr>
        <dsp:cNvPr id="0" name=""/>
        <dsp:cNvSpPr/>
      </dsp:nvSpPr>
      <dsp:spPr>
        <a:xfrm>
          <a:off x="0" y="631452"/>
          <a:ext cx="58111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F8BB0-A2E8-4510-A6F5-BDC28C5C208D}">
      <dsp:nvSpPr>
        <dsp:cNvPr id="0" name=""/>
        <dsp:cNvSpPr/>
      </dsp:nvSpPr>
      <dsp:spPr>
        <a:xfrm>
          <a:off x="0" y="631452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(Severidad != nueva) {</a:t>
          </a:r>
        </a:p>
      </dsp:txBody>
      <dsp:txXfrm>
        <a:off x="0" y="631452"/>
        <a:ext cx="5811128" cy="630759"/>
      </dsp:txXfrm>
    </dsp:sp>
    <dsp:sp modelId="{8FA2BC15-DC82-447D-8DF3-15D10952F9FA}">
      <dsp:nvSpPr>
        <dsp:cNvPr id="0" name=""/>
        <dsp:cNvSpPr/>
      </dsp:nvSpPr>
      <dsp:spPr>
        <a:xfrm>
          <a:off x="0" y="1262211"/>
          <a:ext cx="58111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F1EA9-4A88-4F4A-9991-A9283B9701EE}">
      <dsp:nvSpPr>
        <dsp:cNvPr id="0" name=""/>
        <dsp:cNvSpPr/>
      </dsp:nvSpPr>
      <dsp:spPr>
        <a:xfrm>
          <a:off x="0" y="1262211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Severidad = nueva;</a:t>
          </a:r>
        </a:p>
      </dsp:txBody>
      <dsp:txXfrm>
        <a:off x="0" y="1262211"/>
        <a:ext cx="5811128" cy="630759"/>
      </dsp:txXfrm>
    </dsp:sp>
    <dsp:sp modelId="{BA681EA4-ECF7-4811-AC7A-3F8288BEBE30}">
      <dsp:nvSpPr>
        <dsp:cNvPr id="0" name=""/>
        <dsp:cNvSpPr/>
      </dsp:nvSpPr>
      <dsp:spPr>
        <a:xfrm>
          <a:off x="0" y="1892970"/>
          <a:ext cx="58111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BF5F6-0986-4867-A91B-0BEB889CC596}">
      <dsp:nvSpPr>
        <dsp:cNvPr id="0" name=""/>
        <dsp:cNvSpPr/>
      </dsp:nvSpPr>
      <dsp:spPr>
        <a:xfrm>
          <a:off x="0" y="1892970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Notificar(); // Disparo automático y encapsulado</a:t>
          </a:r>
        </a:p>
      </dsp:txBody>
      <dsp:txXfrm>
        <a:off x="0" y="1892970"/>
        <a:ext cx="5811128" cy="630759"/>
      </dsp:txXfrm>
    </dsp:sp>
    <dsp:sp modelId="{62892065-235E-4CBA-9558-79552EDB1030}">
      <dsp:nvSpPr>
        <dsp:cNvPr id="0" name=""/>
        <dsp:cNvSpPr/>
      </dsp:nvSpPr>
      <dsp:spPr>
        <a:xfrm>
          <a:off x="0" y="2523729"/>
          <a:ext cx="581112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62E72-105D-4680-A1C3-1DB404820C2C}">
      <dsp:nvSpPr>
        <dsp:cNvPr id="0" name=""/>
        <dsp:cNvSpPr/>
      </dsp:nvSpPr>
      <dsp:spPr>
        <a:xfrm>
          <a:off x="0" y="2523729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}</a:t>
          </a:r>
        </a:p>
      </dsp:txBody>
      <dsp:txXfrm>
        <a:off x="0" y="2523729"/>
        <a:ext cx="5811128" cy="630759"/>
      </dsp:txXfrm>
    </dsp:sp>
    <dsp:sp modelId="{128FDBF9-E473-4147-A639-79C680A6CCDE}">
      <dsp:nvSpPr>
        <dsp:cNvPr id="0" name=""/>
        <dsp:cNvSpPr/>
      </dsp:nvSpPr>
      <dsp:spPr>
        <a:xfrm>
          <a:off x="0" y="3154489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59B60-0722-4B2F-8661-F37BA65F3C9D}">
      <dsp:nvSpPr>
        <dsp:cNvPr id="0" name=""/>
        <dsp:cNvSpPr/>
      </dsp:nvSpPr>
      <dsp:spPr>
        <a:xfrm>
          <a:off x="0" y="3154489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}</a:t>
          </a:r>
        </a:p>
      </dsp:txBody>
      <dsp:txXfrm>
        <a:off x="0" y="3154489"/>
        <a:ext cx="5811128" cy="630759"/>
      </dsp:txXfrm>
    </dsp:sp>
    <dsp:sp modelId="{EF3E4AEB-944C-4B91-B071-356A8F027C83}">
      <dsp:nvSpPr>
        <dsp:cNvPr id="0" name=""/>
        <dsp:cNvSpPr/>
      </dsp:nvSpPr>
      <dsp:spPr>
        <a:xfrm>
          <a:off x="0" y="3785248"/>
          <a:ext cx="58111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28090-AF29-4F21-B64F-6126C702F170}">
      <dsp:nvSpPr>
        <dsp:cNvPr id="0" name=""/>
        <dsp:cNvSpPr/>
      </dsp:nvSpPr>
      <dsp:spPr>
        <a:xfrm>
          <a:off x="0" y="3785248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void Notificar() {</a:t>
          </a:r>
        </a:p>
      </dsp:txBody>
      <dsp:txXfrm>
        <a:off x="0" y="3785248"/>
        <a:ext cx="5811128" cy="630759"/>
      </dsp:txXfrm>
    </dsp:sp>
    <dsp:sp modelId="{CEB69977-B0BA-4B57-B942-FB95E574A055}">
      <dsp:nvSpPr>
        <dsp:cNvPr id="0" name=""/>
        <dsp:cNvSpPr/>
      </dsp:nvSpPr>
      <dsp:spPr>
        <a:xfrm>
          <a:off x="0" y="4416007"/>
          <a:ext cx="58111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43B95-F3B7-4401-88B8-ECD1DE4E372F}">
      <dsp:nvSpPr>
        <dsp:cNvPr id="0" name=""/>
        <dsp:cNvSpPr/>
      </dsp:nvSpPr>
      <dsp:spPr>
        <a:xfrm>
          <a:off x="0" y="4416007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foreach (var obs in _observadores.ToList()) obs.Actualizar(this);</a:t>
          </a:r>
        </a:p>
      </dsp:txBody>
      <dsp:txXfrm>
        <a:off x="0" y="4416007"/>
        <a:ext cx="5811128" cy="630759"/>
      </dsp:txXfrm>
    </dsp:sp>
    <dsp:sp modelId="{C5B89922-899B-41DB-BF74-DDEB74D61A7E}">
      <dsp:nvSpPr>
        <dsp:cNvPr id="0" name=""/>
        <dsp:cNvSpPr/>
      </dsp:nvSpPr>
      <dsp:spPr>
        <a:xfrm>
          <a:off x="0" y="5046766"/>
          <a:ext cx="58111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8E2B3-E94C-4963-B0B8-8449ABCB661D}">
      <dsp:nvSpPr>
        <dsp:cNvPr id="0" name=""/>
        <dsp:cNvSpPr/>
      </dsp:nvSpPr>
      <dsp:spPr>
        <a:xfrm>
          <a:off x="0" y="5046766"/>
          <a:ext cx="5811128" cy="630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}</a:t>
          </a:r>
        </a:p>
      </dsp:txBody>
      <dsp:txXfrm>
        <a:off x="0" y="5046766"/>
        <a:ext cx="5811128" cy="6307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DDCAC-67F7-495E-8FF9-331C68762F19}">
      <dsp:nvSpPr>
        <dsp:cNvPr id="0" name=""/>
        <dsp:cNvSpPr/>
      </dsp:nvSpPr>
      <dsp:spPr>
        <a:xfrm>
          <a:off x="0" y="419279"/>
          <a:ext cx="5811128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 .NET comercial: event EventHandler e IObservable&lt;T&gt; son la forma idiomática.</a:t>
          </a:r>
        </a:p>
      </dsp:txBody>
      <dsp:txXfrm>
        <a:off x="44664" y="463943"/>
        <a:ext cx="5721800" cy="825612"/>
      </dsp:txXfrm>
    </dsp:sp>
    <dsp:sp modelId="{361D3F88-4127-468C-A048-C79C1C570063}">
      <dsp:nvSpPr>
        <dsp:cNvPr id="0" name=""/>
        <dsp:cNvSpPr/>
      </dsp:nvSpPr>
      <dsp:spPr>
        <a:xfrm>
          <a:off x="0" y="1400459"/>
          <a:ext cx="5811128" cy="9149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Propósito académico en la materia:</a:t>
          </a:r>
        </a:p>
      </dsp:txBody>
      <dsp:txXfrm>
        <a:off x="44664" y="1445123"/>
        <a:ext cx="5721800" cy="825612"/>
      </dsp:txXfrm>
    </dsp:sp>
    <dsp:sp modelId="{3C84D342-33A2-4426-A0E7-772BF6577427}">
      <dsp:nvSpPr>
        <dsp:cNvPr id="0" name=""/>
        <dsp:cNvSpPr/>
      </dsp:nvSpPr>
      <dsp:spPr>
        <a:xfrm>
          <a:off x="0" y="2381639"/>
          <a:ext cx="5811128" cy="914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Evaluar la arquitectura orientada a objetos pura (GoF).</a:t>
          </a:r>
        </a:p>
      </dsp:txBody>
      <dsp:txXfrm>
        <a:off x="44664" y="2426303"/>
        <a:ext cx="5721800" cy="825612"/>
      </dsp:txXfrm>
    </dsp:sp>
    <dsp:sp modelId="{7BEA4755-7BA0-4733-B95B-0A0FA8B320EF}">
      <dsp:nvSpPr>
        <dsp:cNvPr id="0" name=""/>
        <dsp:cNvSpPr/>
      </dsp:nvSpPr>
      <dsp:spPr>
        <a:xfrm>
          <a:off x="0" y="3362819"/>
          <a:ext cx="5811128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Comprender polimorfismo, abstracción e interfaces desacopladas sin azúcar sintáctico.</a:t>
          </a:r>
        </a:p>
      </dsp:txBody>
      <dsp:txXfrm>
        <a:off x="44664" y="3407483"/>
        <a:ext cx="5721800" cy="825612"/>
      </dsp:txXfrm>
    </dsp:sp>
    <dsp:sp modelId="{8F6E6754-E137-4FB8-A68B-1FAC0B20E1CB}">
      <dsp:nvSpPr>
        <dsp:cNvPr id="0" name=""/>
        <dsp:cNvSpPr/>
      </dsp:nvSpPr>
      <dsp:spPr>
        <a:xfrm>
          <a:off x="0" y="4343999"/>
          <a:ext cx="5811128" cy="9149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Equivalencia: += equivale a Attach() y -= a Detach().</a:t>
          </a:r>
        </a:p>
      </dsp:txBody>
      <dsp:txXfrm>
        <a:off x="44664" y="4388663"/>
        <a:ext cx="5721800" cy="8256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4AA4C-969B-4C77-8528-DBC3FFB0ED73}">
      <dsp:nvSpPr>
        <dsp:cNvPr id="0" name=""/>
        <dsp:cNvSpPr/>
      </dsp:nvSpPr>
      <dsp:spPr>
        <a:xfrm>
          <a:off x="0" y="524489"/>
          <a:ext cx="5811128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 ] ¿La entidad que muta es el Sujeto y las que reaccionan son los Observadores?</a:t>
          </a:r>
        </a:p>
      </dsp:txBody>
      <dsp:txXfrm>
        <a:off x="42722" y="567211"/>
        <a:ext cx="5725684" cy="789716"/>
      </dsp:txXfrm>
    </dsp:sp>
    <dsp:sp modelId="{2E172A01-9C44-4FC3-9C8B-4068A1387F2F}">
      <dsp:nvSpPr>
        <dsp:cNvPr id="0" name=""/>
        <dsp:cNvSpPr/>
      </dsp:nvSpPr>
      <dsp:spPr>
        <a:xfrm>
          <a:off x="0" y="1463009"/>
          <a:ext cx="5811128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 ] ¿La lista interna es estrictamente List&lt;IObservador&gt;?</a:t>
          </a:r>
        </a:p>
      </dsp:txBody>
      <dsp:txXfrm>
        <a:off x="42722" y="1505731"/>
        <a:ext cx="5725684" cy="789716"/>
      </dsp:txXfrm>
    </dsp:sp>
    <dsp:sp modelId="{CC38F664-462C-4424-9961-ACEDE90FCAE0}">
      <dsp:nvSpPr>
        <dsp:cNvPr id="0" name=""/>
        <dsp:cNvSpPr/>
      </dsp:nvSpPr>
      <dsp:spPr>
        <a:xfrm>
          <a:off x="0" y="2401529"/>
          <a:ext cx="5811128" cy="875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 ] ¿La notificación se dispara automáticamente dentro de los métodos que mutan datos?</a:t>
          </a:r>
        </a:p>
      </dsp:txBody>
      <dsp:txXfrm>
        <a:off x="42722" y="2444251"/>
        <a:ext cx="5725684" cy="789716"/>
      </dsp:txXfrm>
    </dsp:sp>
    <dsp:sp modelId="{F451BA86-E315-4435-A156-C3A2C5846766}">
      <dsp:nvSpPr>
        <dsp:cNvPr id="0" name=""/>
        <dsp:cNvSpPr/>
      </dsp:nvSpPr>
      <dsp:spPr>
        <a:xfrm>
          <a:off x="0" y="3340049"/>
          <a:ext cx="5811128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 ] ¿Los filtros de negocio particulares residen dentro de cada observador?</a:t>
          </a:r>
        </a:p>
      </dsp:txBody>
      <dsp:txXfrm>
        <a:off x="42722" y="3382771"/>
        <a:ext cx="5725684" cy="789716"/>
      </dsp:txXfrm>
    </dsp:sp>
    <dsp:sp modelId="{41288433-19EE-4EF1-A190-EC09C120CF75}">
      <dsp:nvSpPr>
        <dsp:cNvPr id="0" name=""/>
        <dsp:cNvSpPr/>
      </dsp:nvSpPr>
      <dsp:spPr>
        <a:xfrm>
          <a:off x="0" y="4278569"/>
          <a:ext cx="5811128" cy="8751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 ] ¿Se pueden agregar o quitar observadores en tiempo de ejecución sin tocar el Sujeto?</a:t>
          </a:r>
        </a:p>
      </dsp:txBody>
      <dsp:txXfrm>
        <a:off x="42722" y="4321291"/>
        <a:ext cx="5725684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78" y="741391"/>
            <a:ext cx="4491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200">
                <a:latin typeface="+mj-lt"/>
                <a:ea typeface="+mj-ea"/>
                <a:cs typeface="+mj-cs"/>
              </a:rPr>
              <a:t>Patrón de Diseño Observer</a:t>
            </a:r>
          </a:p>
        </p:txBody>
      </p:sp>
      <p:pic>
        <p:nvPicPr>
          <p:cNvPr id="5" name="Picture 4" descr="Sillas de varios colores">
            <a:extLst>
              <a:ext uri="{FF2B5EF4-FFF2-40B4-BE49-F238E27FC236}">
                <a16:creationId xmlns:a16="http://schemas.microsoft.com/office/drawing/2014/main" id="{4EDA35DA-55EE-5651-DA8F-ABA58D36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r="11860" b="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823878" y="2533476"/>
            <a:ext cx="4491820" cy="3447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Cátedra de Ingeniería de Software - 3er Año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Análisis de Casos, Anatomía Estándar UML y Errores Críticos del Parcial 1 (Tema 2)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Objetivo: Comprender la inversión de dependencias en eventos y el desacoplamiento 1 a 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78" y="741391"/>
            <a:ext cx="4491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200">
                <a:latin typeface="+mj-lt"/>
                <a:ea typeface="+mj-ea"/>
                <a:cs typeface="+mj-cs"/>
              </a:rPr>
              <a:t>El Enunciado del Examen en Perspectiva</a:t>
            </a:r>
          </a:p>
        </p:txBody>
      </p:sp>
      <p:pic>
        <p:nvPicPr>
          <p:cNvPr id="5" name="Picture 4" descr="Mano con lápiz sombreando círculos en una hoja">
            <a:extLst>
              <a:ext uri="{FF2B5EF4-FFF2-40B4-BE49-F238E27FC236}">
                <a16:creationId xmlns:a16="http://schemas.microsoft.com/office/drawing/2014/main" id="{EF54AF8B-E829-E1C7-C778-63AF2DFB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46" r="11875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823878" y="2533476"/>
            <a:ext cx="4491820" cy="3447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Problema: Sistema de gestión de incidentes tecnológicos (descripción, servicio, severidad, estado).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Interesados: Operaciones (bitácora), Soporte (usuarios), Gerencia (críticos), Auditoría (trazabilidad).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Claves del enunciado: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  - 'Distintas áreas deben actuar ante determinados cambios...'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  - 'No todos estarán activos durante toda la ejecución' -&gt; Dinamismo de suscripción.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400"/>
              <a:t>  - 'En el futuro podrán incorporarse nuevas áreas sin modificar la lógica' -&gt; Principio OCP.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000">
                <a:latin typeface="+mj-lt"/>
                <a:ea typeface="+mj-ea"/>
                <a:cs typeface="+mj-cs"/>
              </a:rPr>
              <a:t>Diagnóstico: ¿Qué Falló en el Examen?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F0B6B-6441-8C1C-5FCC-1DEC8BD407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24" r="6446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C01BCA5-9001-EE48-1490-6492F13C2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062054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8929" y="557190"/>
            <a:ext cx="5170852" cy="16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000">
                <a:latin typeface="+mj-lt"/>
                <a:ea typeface="+mj-ea"/>
                <a:cs typeface="+mj-cs"/>
              </a:rPr>
              <a:t>Propósito e Intención Canónica (GoF)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6B8B33-EB3B-1126-EDF2-866590417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73" r="16171" b="1"/>
          <a:stretch>
            <a:fillRect/>
          </a:stretch>
        </p:blipFill>
        <p:spPr>
          <a:xfrm>
            <a:off x="6182944" y="557189"/>
            <a:ext cx="5170852" cy="5571898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E24D87B-BA97-1C6F-693A-93DCEF8173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820363"/>
              </p:ext>
            </p:extLst>
          </p:nvPr>
        </p:nvGraphicFramePr>
        <p:xfrm>
          <a:off x="648930" y="2398030"/>
          <a:ext cx="5180245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 UML Estándar (GoF)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700"/>
              <a:t>ISubject: Define Attach(obs), Detach(obs) y Notify().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700"/>
              <a:t>ConcreteSubject: Contiene el estado del negocio y la colección private List&lt;IObserver&gt; _observers.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700"/>
              <a:t>IObserver: Define Update(subject) / Update(datos).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700"/>
              <a:t>ConcreteObserver: Implementa la reacción concreta al cambio de estado.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C32E8F-52F6-E714-B110-EAB9032DF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83" y="909829"/>
            <a:ext cx="7482533" cy="4676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Participantes: El Sujeto (ISubject e Incidente)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ISubject: Define el contrato de suscripción y difusión.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Incidente (ConcreteSubject):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Es el dueño de la información (descripción, severidad, servicio, estado).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Mantiene la colección de suscriptores: List&lt;IObservadorIncidente&gt;.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Disparador autónomo: Al invocar CambiarSeveridad(), altera su valor y llama a Notificar().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C4199F-E1B4-F0D6-C467-FAB4B4B48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51293"/>
            <a:ext cx="6903720" cy="35554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Participantes: El Observador (IObservador y Áreas)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IObservadorIncidente: Interfaz con el método Update(Incidente inc).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Observadores Concretos (Cada uno con responsabilidad única):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AreaOperaciones: Bitácora operativa de seguimiento.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AreaSoporte: Alerta a los usuarios afectados.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AreaGerencia: Evalúa severidad; si es Crítica, levanta alerta.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1500"/>
              <a:t>  - ComponenteAuditoria: Registra timestamp y auditoría inmutable.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0C8FCA-B4AC-A6C0-8DB3-AAB4E4052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51293"/>
            <a:ext cx="6903720" cy="35554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990599"/>
            <a:ext cx="99060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Dinámica de Interacción (Ciclo de Vida)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8E80374-E12C-13AA-9C9C-64D819A89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43881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Modelos de Comunicación: Push vs. Pull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0744C7A-A8BA-079E-9947-B9962272D1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3005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700">
                <a:latin typeface="+mj-lt"/>
                <a:ea typeface="+mj-ea"/>
                <a:cs typeface="+mj-cs"/>
              </a:rPr>
              <a:t>Error Común 1: Inversión de Roles (¿Quién es quién?)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Error en parcial: Modelar a las áreas consultando continuamente al incidente (Polling).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Regla mnemotécnica infalible: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  - SUJETO = La Noticia / La Fuente de la Verdad (El que muta su estado).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sz="2000"/>
              <a:t>  - OBSERVADOR = El Lector del Periódico (El que reacciona pasivamente a la noticia).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D94F6-9FE7-0A08-4CBF-2F8D6E29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 Común 2: El Antipatrón del Acoplamiento Rígido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032B53FF-9AF3-DDCA-8827-68CBE2124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95108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 Común 3: ¿Dónde va el filtro de negocio?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928BBCE-6B9E-D9D1-4EDE-A37B795219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03589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Implementación Clave en C# (.NET)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CABCDDC-AF8C-037F-ECD6-BBA76FA90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118030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C# Events vs. Patrón Observer GoF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7505D94-210D-9766-D8C1-3E4F48E64E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878165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673770"/>
            <a:ext cx="3220329" cy="202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Checklist de Validación para el Recuperatorio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D1F1E86-D6A1-47B1-DA2F-2AF62F55A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722093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1016</Words>
  <Application>Microsoft Office PowerPoint</Application>
  <PresentationFormat>Panorámica</PresentationFormat>
  <Paragraphs>89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Javier Avila</dc:creator>
  <cp:keywords/>
  <dc:description>generated using python-pptx</dc:description>
  <cp:lastModifiedBy>Avila, Javier Ramon</cp:lastModifiedBy>
  <cp:revision>2</cp:revision>
  <dcterms:created xsi:type="dcterms:W3CDTF">2013-01-27T09:14:16Z</dcterms:created>
  <dcterms:modified xsi:type="dcterms:W3CDTF">2026-10-07T15:58:50Z</dcterms:modified>
  <cp:category/>
</cp:coreProperties>
</file>